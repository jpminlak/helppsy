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1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20016" autoAdjust="0"/>
    <p:restoredTop sz="96010" autoAdjust="0"/>
  </p:normalViewPr>
  <p:slideViewPr>
    <p:cSldViewPr snapToGrid="0">
      <p:cViewPr varScale="1">
        <p:scale>
          <a:sx n="100" d="100"/>
          <a:sy n="100" d="100"/>
        </p:scale>
        <p:origin x="186" y="108"/>
      </p:cViewPr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2100" y="102"/>
      </p:cViewPr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presProps" Target="presProps.xml"  /><Relationship Id="rId2" Type="http://schemas.openxmlformats.org/officeDocument/2006/relationships/notesMaster" Target="notesMasters/notesMaster1.xml"  /><Relationship Id="rId20" Type="http://schemas.openxmlformats.org/officeDocument/2006/relationships/viewProps" Target="viewProps.xml"  /><Relationship Id="rId21" Type="http://schemas.openxmlformats.org/officeDocument/2006/relationships/theme" Target="theme/theme1.xml"  /><Relationship Id="rId22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F0B721E5-11BC-4E73-80FB-7AA772A5D86C}" type="datetime1">
              <a:rPr lang="ko-KR" altLang="en-US"/>
              <a:pPr lvl="0">
                <a:defRPr/>
              </a:pPr>
              <a:t>2025-09-17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45E51A94-AE8D-4B2A-82CC-0992A1C1893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E51A94-AE8D-4B2A-82CC-0992A1C1893A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/>
              <a:t>https://www.youtube.com/watch?v=nRfsp9xjAyM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E51A94-AE8D-4B2A-82CC-0992A1C1893A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E51A94-AE8D-4B2A-82CC-0992A1C1893A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E51A94-AE8D-4B2A-82CC-0992A1C1893A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/>
            </a: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E51A94-AE8D-4B2A-82CC-0992A1C1893A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A1F4-1FA2-4189-B4D1-E50E85A418C2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0828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611" y="1166655"/>
            <a:ext cx="11723689" cy="539561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BE09759-DB8A-42B7-9DE0-CCB8FA9328A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C4A2F27-50A0-E676-CED5-33F48E10AC61}"/>
              </a:ext>
            </a:extLst>
          </p:cNvPr>
          <p:cNvSpPr/>
          <p:nvPr userDrawn="1"/>
        </p:nvSpPr>
        <p:spPr>
          <a:xfrm>
            <a:off x="201611" y="192490"/>
            <a:ext cx="10247314" cy="487082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1"/>
              </a:gs>
              <a:gs pos="85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46916F62-97E3-4ABF-3171-A0854414B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03" y="218009"/>
            <a:ext cx="10146537" cy="461563"/>
          </a:xfrm>
        </p:spPr>
        <p:txBody>
          <a:bodyPr/>
          <a:lstStyle>
            <a:lvl1pPr>
              <a:defRPr sz="2400" baseline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B0F00A-76D4-24AE-C1ED-2E02E3E7FE1B}"/>
              </a:ext>
            </a:extLst>
          </p:cNvPr>
          <p:cNvSpPr txBox="1"/>
          <p:nvPr userDrawn="1"/>
        </p:nvSpPr>
        <p:spPr>
          <a:xfrm>
            <a:off x="355600" y="295729"/>
            <a:ext cx="490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69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0BFD6-01E5-42A4-846D-8A2E6E315CF0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7281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35AD-B06D-4ECA-B2C8-26D25D8DE889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18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CD38D-FC3C-4C25-9788-4883D5E75471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017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FB68-8CBE-4C40-8855-DA48845A6F84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7572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7D41-69A5-43E2-8EC1-C3BBFCB22BBE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968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8CC27-7A85-4D38-86D8-ED114932C705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8452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6BE-2644-48AE-83AF-5A7CBCCB9852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981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AAC35-FC8B-4F3E-91E8-61A6F3729B2C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3354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5A13A-688B-4F18-A992-057F12D2190C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3056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6B81-4208-4373-83F2-D49EB893A21A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8783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421D2-5167-4F54-87AC-07CD8EA0DB70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7943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54CC-8297-4FA7-8B47-FEBACB005DB2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430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1C14-0E9C-4DEB-B0CA-B7E806B1C434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6813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E3462-C328-4ED9-BA48-5E08C0221AC3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7115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D23B1-F755-4A7C-AA3A-A5E22A8C9A4F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7380158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slideLayout" Target="../slideLayouts/slideLayout13.xml"  /><Relationship Id="rId14" Type="http://schemas.openxmlformats.org/officeDocument/2006/relationships/slideLayout" Target="../slideLayouts/slideLayout14.xml"  /><Relationship Id="rId15" Type="http://schemas.openxmlformats.org/officeDocument/2006/relationships/slideLayout" Target="../slideLayouts/slideLayout15.xml"  /><Relationship Id="rId16" Type="http://schemas.openxmlformats.org/officeDocument/2006/relationships/slideLayout" Target="../slideLayouts/slideLayout16.xml"  /><Relationship Id="rId17" Type="http://schemas.openxmlformats.org/officeDocument/2006/relationships/slideLayout" Target="../slideLayouts/slideLayout17.xml"  /><Relationship Id="rId18" Type="http://schemas.openxmlformats.org/officeDocument/2006/relationships/theme" Target="../theme/theme1.xml"  /><Relationship Id="rId19" Type="http://schemas.openxmlformats.org/officeDocument/2006/relationships/image" Target="../media/image2.png"  /><Relationship Id="rId2" Type="http://schemas.openxmlformats.org/officeDocument/2006/relationships/slideLayout" Target="../slideLayouts/slideLayout2.xml"  /><Relationship Id="rId20" Type="http://schemas.openxmlformats.org/officeDocument/2006/relationships/image" Target="../media/image3.png"  /><Relationship Id="rId21" Type="http://schemas.openxmlformats.org/officeDocument/2006/relationships/image" Target="../media/image4.png"  /><Relationship Id="rId22" Type="http://schemas.openxmlformats.org/officeDocument/2006/relationships/image" Target="../media/image5.png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FC678A9-211F-410E-AAA0-4AE3C937954D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81395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hdr="0" ftr="0" dt="0"/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jpe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Relationship Id="rId4" Type="http://schemas.openxmlformats.org/officeDocument/2006/relationships/image" Target="../media/image9.png"  /><Relationship Id="rId5" Type="http://schemas.openxmlformats.org/officeDocument/2006/relationships/image" Target="../media/image10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11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2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hyperlink" Target="https://www.youtube.com/watch?v=nRfsp9xjAyM" TargetMode="External" /><Relationship Id="rId6" Type="http://schemas.openxmlformats.org/officeDocument/2006/relationships/video" Target="https://www.youtube.com/embed/nRfsp9xjAyM?feature=oembed" TargetMode="External" /><Relationship Id="rId7" Type="http://schemas.microsoft.com/office/2007/relationships/media" Target="https://www.youtube.com/embed/nRfsp9xjAyM?feature=oembed" TargetMode="External" /><Relationship Id="rId8" Type="http://schemas.openxmlformats.org/officeDocument/2006/relationships/image" Target="../media/image16.jpe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17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18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19.png"  /><Relationship Id="rId6" Type="http://schemas.openxmlformats.org/officeDocument/2006/relationships/image" Target="../media/image20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hyperlink" Target="https://github.com/jpminlak/HelpPSY/tree/jpminlak" TargetMode="External" /><Relationship Id="rId3" Type="http://schemas.openxmlformats.org/officeDocument/2006/relationships/image" Target="../media/image21.png"  /><Relationship Id="rId4" Type="http://schemas.openxmlformats.org/officeDocument/2006/relationships/image" Target="../media/image22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642F0E-7F91-8703-0457-25061D1B5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447800"/>
            <a:ext cx="9589245" cy="3329581"/>
          </a:xfrm>
        </p:spPr>
        <p:txBody>
          <a:bodyPr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5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공익 제보 커뮤니티 웹사이트</a:t>
            </a:r>
            <a:br>
              <a:rPr lang="en-US" altLang="ko-KR" sz="54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2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지도 </a:t>
            </a:r>
            <a:r>
              <a:rPr lang="en-US" altLang="ko-KR" sz="2800" dirty="0">
                <a:latin typeface="+mn-lt"/>
                <a:ea typeface="Noto Sans KR" panose="020B0200000000000000" pitchFamily="50" charset="-127"/>
              </a:rPr>
              <a:t>API</a:t>
            </a:r>
            <a:r>
              <a:rPr lang="ko-KR" altLang="en-US" sz="2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활용한 제보 위치 조망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E1B8CA-435F-A378-DCA3-2B916C994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4899" y="4777380"/>
            <a:ext cx="4559299" cy="861420"/>
          </a:xfrm>
        </p:spPr>
        <p:txBody>
          <a:bodyPr anchor="t" anchorCtr="0">
            <a:normAutofit fontScale="92500" lnSpcReduction="10000"/>
          </a:bodyPr>
          <a:lstStyle/>
          <a:p>
            <a:r>
              <a:rPr lang="ko-KR" altLang="en-US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조명</a:t>
            </a:r>
            <a:r>
              <a:rPr lang="en-US" altLang="ko-KR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2400" cap="none" dirty="0" err="1">
                <a:solidFill>
                  <a:srgbClr val="FFFF00"/>
                </a:solidFill>
              </a:rPr>
              <a:t>HelpPSY</a:t>
            </a:r>
            <a:endParaRPr lang="en-US" altLang="ko-KR" sz="2400" cap="none" dirty="0">
              <a:solidFill>
                <a:srgbClr val="FFFF00"/>
              </a:solidFill>
            </a:endParaRPr>
          </a:p>
          <a:p>
            <a:r>
              <a:rPr lang="ko-KR" altLang="en-US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조원</a:t>
            </a:r>
            <a:r>
              <a:rPr lang="en-US" altLang="ko-KR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박정환</a:t>
            </a:r>
            <a:r>
              <a:rPr lang="en-US" altLang="ko-KR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cap="none" dirty="0" err="1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홍민우</a:t>
            </a:r>
            <a:r>
              <a:rPr lang="en-US" altLang="ko-KR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cap="none" dirty="0" err="1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서호진</a:t>
            </a:r>
            <a:r>
              <a:rPr lang="en-US" altLang="ko-KR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윤빈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487A8A-2769-46BC-7F2B-709537454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68ACC01-C94B-A5E9-13AB-202C49BC38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C3BE84A-2B1B-2D47-8EE9-AECA0A7609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E408E268-BFF6-02B3-879C-ED28591E733F}"/>
              </a:ext>
            </a:extLst>
          </p:cNvPr>
          <p:cNvSpPr txBox="1">
            <a:spLocks/>
          </p:cNvSpPr>
          <p:nvPr/>
        </p:nvSpPr>
        <p:spPr>
          <a:xfrm>
            <a:off x="339948" y="295729"/>
            <a:ext cx="5183189" cy="2942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1800" b="1" dirty="0">
                <a:solidFill>
                  <a:schemeClr val="tx1"/>
                </a:solidFill>
              </a:rPr>
              <a:t>Spring boot + </a:t>
            </a:r>
            <a:r>
              <a:rPr lang="en-US" altLang="ko-KR" sz="1800" b="1" dirty="0" err="1">
                <a:solidFill>
                  <a:schemeClr val="tx1"/>
                </a:solidFill>
              </a:rPr>
              <a:t>JPA</a:t>
            </a:r>
            <a:r>
              <a:rPr lang="en-US" altLang="ko-KR" sz="1800" b="1" dirty="0">
                <a:solidFill>
                  <a:schemeClr val="tx1"/>
                </a:solidFill>
              </a:rPr>
              <a:t> + </a:t>
            </a:r>
            <a:r>
              <a:rPr lang="ko-KR" altLang="en-US" sz="1800" b="1" dirty="0">
                <a:solidFill>
                  <a:schemeClr val="tx1"/>
                </a:solidFill>
              </a:rPr>
              <a:t>공공데이터 포털 </a:t>
            </a:r>
            <a:r>
              <a:rPr lang="en-US" altLang="ko-KR" sz="1800" b="1" dirty="0">
                <a:solidFill>
                  <a:schemeClr val="tx1"/>
                </a:solidFill>
              </a:rPr>
              <a:t>API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47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94E51-3BBE-D509-4070-976F34E4F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5314E8-0428-A889-3A13-BF10FECF2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611" y="1166655"/>
            <a:ext cx="5894389" cy="5395615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</a:t>
            </a:r>
            <a:r>
              <a:rPr lang="ko-KR" altLang="en-US" dirty="0"/>
              <a:t> 프로젝트 소개</a:t>
            </a:r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ko-KR" altLang="en-US" dirty="0" err="1"/>
              <a:t>사이트맵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 err="1"/>
              <a:t>유스케이스</a:t>
            </a:r>
            <a:r>
              <a:rPr lang="en-US" altLang="ko-KR" dirty="0"/>
              <a:t>(</a:t>
            </a:r>
            <a:r>
              <a:rPr lang="en-US" altLang="ko-KR" dirty="0" err="1"/>
              <a:t>Usecase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주요 서비스</a:t>
            </a:r>
            <a:endParaRPr lang="en-US" altLang="ko-KR" dirty="0"/>
          </a:p>
          <a:p>
            <a:r>
              <a:rPr lang="en-US" altLang="ko-KR" dirty="0"/>
              <a:t>5. </a:t>
            </a:r>
            <a:r>
              <a:rPr lang="ko-KR" altLang="en-US" dirty="0"/>
              <a:t>시연 영상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E8647-20C1-50EC-E4A4-9A7D4246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7BA1355-E205-206F-63DD-780A720932A2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US" altLang="ko-KR" sz="1800" dirty="0">
                <a:solidFill>
                  <a:schemeClr val="bg2"/>
                </a:solidFill>
              </a:rPr>
              <a:t> </a:t>
            </a:r>
            <a:endParaRPr lang="ko-KR" altLang="en-US" sz="1800" dirty="0">
              <a:solidFill>
                <a:schemeClr val="bg2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4452F5-A98B-72AA-280A-FAC1FE5BC3DD}"/>
              </a:ext>
            </a:extLst>
          </p:cNvPr>
          <p:cNvSpPr/>
          <p:nvPr/>
        </p:nvSpPr>
        <p:spPr>
          <a:xfrm>
            <a:off x="339948" y="1295400"/>
            <a:ext cx="1831752" cy="622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bg2"/>
                </a:solidFill>
              </a:rPr>
              <a:t>목차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5A8A618-4B44-AD89-5B5A-0FB0120849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77D25EF-3D14-16F1-B4F4-915E7E65E8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4D6FDDFA-1B78-9385-99B3-64EA5096D9E6}"/>
              </a:ext>
            </a:extLst>
          </p:cNvPr>
          <p:cNvSpPr txBox="1">
            <a:spLocks/>
          </p:cNvSpPr>
          <p:nvPr/>
        </p:nvSpPr>
        <p:spPr>
          <a:xfrm>
            <a:off x="6096000" y="1164910"/>
            <a:ext cx="5894389" cy="5395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6.</a:t>
            </a:r>
            <a:r>
              <a:rPr lang="ko-KR" altLang="en-US" dirty="0"/>
              <a:t> 기능 정의서</a:t>
            </a:r>
            <a:endParaRPr lang="en-US" altLang="ko-KR" dirty="0"/>
          </a:p>
          <a:p>
            <a:r>
              <a:rPr lang="en-US" altLang="ko-KR" dirty="0"/>
              <a:t>7. </a:t>
            </a:r>
            <a:r>
              <a:rPr lang="ko-KR" altLang="en-US" dirty="0"/>
              <a:t>개발 환경</a:t>
            </a:r>
            <a:endParaRPr lang="en-US" altLang="ko-KR" dirty="0"/>
          </a:p>
          <a:p>
            <a:r>
              <a:rPr lang="en-US" altLang="ko-KR" dirty="0"/>
              <a:t>8.</a:t>
            </a:r>
            <a:r>
              <a:rPr lang="ko-KR" altLang="en-US" dirty="0"/>
              <a:t> 조원 역할</a:t>
            </a:r>
            <a:endParaRPr lang="en-US" altLang="ko-KR" dirty="0"/>
          </a:p>
          <a:p>
            <a:r>
              <a:rPr lang="en-US" altLang="ko-KR" dirty="0"/>
              <a:t>9. </a:t>
            </a:r>
            <a:r>
              <a:rPr lang="ko-KR" altLang="en-US" dirty="0"/>
              <a:t>일정표</a:t>
            </a:r>
            <a:r>
              <a:rPr lang="en-US" altLang="ko-KR" dirty="0"/>
              <a:t>(WBS)</a:t>
            </a:r>
          </a:p>
          <a:p>
            <a:endParaRPr lang="en-US" altLang="ko-KR" dirty="0"/>
          </a:p>
          <a:p>
            <a:r>
              <a:rPr lang="en-US" altLang="ko-KR" dirty="0"/>
              <a:t>Addendum - ERD</a:t>
            </a:r>
          </a:p>
        </p:txBody>
      </p:sp>
    </p:spTree>
    <p:extLst>
      <p:ext uri="{BB962C8B-B14F-4D97-AF65-F5344CB8AC3E}">
        <p14:creationId xmlns:p14="http://schemas.microsoft.com/office/powerpoint/2010/main" val="2229769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1389D-9270-A57A-B791-643E27B0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F1058-9BD1-FF31-946B-439A2DA76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rgbClr val="002060"/>
                </a:solidFill>
              </a:rPr>
              <a:t>1. </a:t>
            </a:r>
            <a:r>
              <a:rPr lang="ko-KR" altLang="en-US" sz="1800" dirty="0">
                <a:solidFill>
                  <a:srgbClr val="002060"/>
                </a:solidFill>
              </a:rPr>
              <a:t>프로젝트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C5A692-3A56-62BB-E9D7-A0BB044DE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공익적 목적을 가진 정보를 제보</a:t>
            </a:r>
            <a:r>
              <a:rPr lang="en-US" altLang="ko-KR" dirty="0"/>
              <a:t>, </a:t>
            </a:r>
            <a:r>
              <a:rPr lang="ko-KR" altLang="en-US" dirty="0"/>
              <a:t>그 정보를 사이트 이용자들이 함께 나누는 공간을 만든다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사건</a:t>
            </a:r>
            <a:r>
              <a:rPr lang="en-US" altLang="ko-KR" dirty="0"/>
              <a:t>, </a:t>
            </a:r>
            <a:r>
              <a:rPr lang="ko-KR" altLang="en-US" dirty="0"/>
              <a:t>사고</a:t>
            </a:r>
            <a:r>
              <a:rPr lang="en-US" altLang="ko-KR" dirty="0"/>
              <a:t>, </a:t>
            </a:r>
            <a:r>
              <a:rPr lang="ko-KR" altLang="en-US" dirty="0"/>
              <a:t>재해 등이 발생했을 때 회원들이 실시간으로 관련 정보를 제공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정보를 얻은 회원은 해당 지역에 대한 정보를 바탕으로 사건에 대해 대처하거나 대비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생활 안전</a:t>
            </a:r>
            <a:r>
              <a:rPr lang="en-US" altLang="ko-KR" dirty="0"/>
              <a:t>, </a:t>
            </a:r>
            <a:r>
              <a:rPr lang="ko-KR" altLang="en-US" dirty="0"/>
              <a:t>환경</a:t>
            </a:r>
            <a:r>
              <a:rPr lang="en-US" altLang="ko-KR" dirty="0"/>
              <a:t>, </a:t>
            </a:r>
            <a:r>
              <a:rPr lang="ko-KR" altLang="en-US" dirty="0"/>
              <a:t>개선이 필요한 점 등의 사회고발성 제보</a:t>
            </a:r>
            <a:r>
              <a:rPr lang="en-US" altLang="ko-KR" dirty="0"/>
              <a:t>, </a:t>
            </a:r>
            <a:r>
              <a:rPr lang="ko-KR" altLang="en-US" dirty="0"/>
              <a:t>사회적 약자 구제 등을 목표로 공익성 추구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이용자들의 지속적인 관심을 유도하여 공공 이익 증진</a:t>
            </a:r>
            <a:r>
              <a:rPr lang="en-US" altLang="ko-KR" dirty="0"/>
              <a:t>, </a:t>
            </a:r>
            <a:r>
              <a:rPr lang="ko-KR" altLang="en-US" dirty="0"/>
              <a:t>건강한 사회 조성 등의 효과 기대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7A1ED2-2304-A2BD-CAA4-25A47CB5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0033D6A-955B-A8FE-6D4D-540FCF737B75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endParaRPr lang="ko-KR" altLang="en-US" sz="1800" dirty="0">
              <a:solidFill>
                <a:schemeClr val="bg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EAA3249-807D-0EE4-904B-6EC7E079A7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53EE8CE-2BE2-A62F-CD2D-73426F5BCB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6B398E8-C447-28D6-FC7E-221C0567E1A6}"/>
              </a:ext>
            </a:extLst>
          </p:cNvPr>
          <p:cNvSpPr/>
          <p:nvPr/>
        </p:nvSpPr>
        <p:spPr>
          <a:xfrm>
            <a:off x="339948" y="1295400"/>
            <a:ext cx="2441352" cy="622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>
                <a:solidFill>
                  <a:schemeClr val="bg2"/>
                </a:solidFill>
              </a:rPr>
              <a:t>프로젝트 소개</a:t>
            </a:r>
            <a:endParaRPr lang="ko-KR" altLang="en-US" sz="2800" b="1" dirty="0">
              <a:solidFill>
                <a:schemeClr val="bg2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84AAAB-A1AF-5E1A-6C6A-073EE2AAA011}"/>
              </a:ext>
            </a:extLst>
          </p:cNvPr>
          <p:cNvSpPr/>
          <p:nvPr/>
        </p:nvSpPr>
        <p:spPr>
          <a:xfrm>
            <a:off x="339948" y="2958353"/>
            <a:ext cx="2441352" cy="622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bg2"/>
                </a:solidFill>
              </a:rPr>
              <a:t>프로젝트 목적</a:t>
            </a:r>
          </a:p>
        </p:txBody>
      </p:sp>
    </p:spTree>
    <p:extLst>
      <p:ext uri="{BB962C8B-B14F-4D97-AF65-F5344CB8AC3E}">
        <p14:creationId xmlns:p14="http://schemas.microsoft.com/office/powerpoint/2010/main" val="660238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02E53E-4590-F867-0848-F25E46D91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B2C1A5-4818-B122-871E-7459F4FFE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2. </a:t>
            </a:r>
            <a:r>
              <a:rPr lang="ko-KR" altLang="en-US" sz="1800" dirty="0" err="1">
                <a:solidFill>
                  <a:schemeClr val="bg2"/>
                </a:solidFill>
              </a:rPr>
              <a:t>사이트맵</a:t>
            </a:r>
            <a:endParaRPr lang="ko-KR" alt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788309-5CFB-FF18-80D8-DE4974F39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CA1AC69-8C7E-843B-AFF6-83A622897E71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endParaRPr lang="ko-KR" altLang="en-US" sz="1800" dirty="0">
              <a:solidFill>
                <a:schemeClr val="bg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29A084-0DC9-C6DA-27A4-7FA51CABFE1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AAEDE03-DE72-681E-0F5D-17BD5AF73EF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F5654B-4138-7602-8E63-679FEDDB1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215" y="1549400"/>
            <a:ext cx="11478336" cy="4660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57825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4DCFC-7ED9-5E40-C19E-43DDA6F08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0519B-F142-D15E-BE8F-C2172946F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3. </a:t>
            </a:r>
            <a:r>
              <a:rPr lang="ko-KR" altLang="en-US" sz="1800" dirty="0" err="1">
                <a:solidFill>
                  <a:schemeClr val="bg2"/>
                </a:solidFill>
              </a:rPr>
              <a:t>유스케이스</a:t>
            </a:r>
            <a:r>
              <a:rPr lang="ko-KR" altLang="en-US" sz="1800" dirty="0">
                <a:solidFill>
                  <a:schemeClr val="bg2"/>
                </a:solidFill>
              </a:rPr>
              <a:t> </a:t>
            </a:r>
            <a:r>
              <a:rPr lang="en-US" altLang="ko-KR" sz="1800" dirty="0">
                <a:solidFill>
                  <a:schemeClr val="bg2"/>
                </a:solidFill>
              </a:rPr>
              <a:t>(</a:t>
            </a:r>
            <a:r>
              <a:rPr lang="en-US" altLang="ko-KR" sz="1800" dirty="0" err="1">
                <a:solidFill>
                  <a:schemeClr val="bg2"/>
                </a:solidFill>
              </a:rPr>
              <a:t>Usecase</a:t>
            </a:r>
            <a:r>
              <a:rPr lang="en-US" altLang="ko-KR" sz="1800" dirty="0">
                <a:solidFill>
                  <a:schemeClr val="bg2"/>
                </a:solidFill>
              </a:rPr>
              <a:t>)</a:t>
            </a:r>
            <a:br>
              <a:rPr lang="ko-KR" altLang="en-US" sz="1800" dirty="0">
                <a:solidFill>
                  <a:schemeClr val="bg2"/>
                </a:solidFill>
              </a:rPr>
            </a:br>
            <a:endParaRPr lang="ko-KR" alt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D1F648-0BAF-5428-1A11-263C553B8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CA50C50-74EE-138C-383F-76BB388E25F8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endParaRPr lang="ko-KR" altLang="en-US" sz="1800" dirty="0">
              <a:solidFill>
                <a:schemeClr val="bg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6B077D-1800-A9D3-AFE9-506E27FF48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4DD1DCC-1FB2-714F-3EE1-E0035AA62FE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4FE98E4E-8CD3-873D-CEB6-24099D560099}"/>
              </a:ext>
            </a:extLst>
          </p:cNvPr>
          <p:cNvSpPr/>
          <p:nvPr/>
        </p:nvSpPr>
        <p:spPr>
          <a:xfrm>
            <a:off x="5638005" y="2990103"/>
            <a:ext cx="850900" cy="8509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DD91847-B621-1D8B-729A-331BD7806F51}"/>
              </a:ext>
            </a:extLst>
          </p:cNvPr>
          <p:cNvSpPr/>
          <p:nvPr/>
        </p:nvSpPr>
        <p:spPr>
          <a:xfrm>
            <a:off x="5638005" y="4171203"/>
            <a:ext cx="850900" cy="8509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24F8F1B-2667-1E7F-F422-664444C66DEB}"/>
              </a:ext>
            </a:extLst>
          </p:cNvPr>
          <p:cNvSpPr/>
          <p:nvPr/>
        </p:nvSpPr>
        <p:spPr>
          <a:xfrm>
            <a:off x="3502275" y="4352670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6706372-9C13-EA25-A974-FCDC0B3344DC}"/>
              </a:ext>
            </a:extLst>
          </p:cNvPr>
          <p:cNvSpPr/>
          <p:nvPr/>
        </p:nvSpPr>
        <p:spPr>
          <a:xfrm>
            <a:off x="3502275" y="5132485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88769FB-D685-CE73-D159-0866923D0512}"/>
              </a:ext>
            </a:extLst>
          </p:cNvPr>
          <p:cNvSpPr/>
          <p:nvPr/>
        </p:nvSpPr>
        <p:spPr>
          <a:xfrm>
            <a:off x="3502275" y="5852380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884B94C-1BE1-6DE2-8F16-38B432444938}"/>
              </a:ext>
            </a:extLst>
          </p:cNvPr>
          <p:cNvSpPr/>
          <p:nvPr/>
        </p:nvSpPr>
        <p:spPr>
          <a:xfrm>
            <a:off x="1264429" y="3730369"/>
            <a:ext cx="1165888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75D3E7B-8524-86B5-3CEA-4472FAC4034F}"/>
              </a:ext>
            </a:extLst>
          </p:cNvPr>
          <p:cNvSpPr/>
          <p:nvPr/>
        </p:nvSpPr>
        <p:spPr>
          <a:xfrm>
            <a:off x="1264429" y="4565591"/>
            <a:ext cx="1165888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06CB0C2-9B82-B158-B6CD-9BDBE6A625EB}"/>
              </a:ext>
            </a:extLst>
          </p:cNvPr>
          <p:cNvSpPr/>
          <p:nvPr/>
        </p:nvSpPr>
        <p:spPr>
          <a:xfrm>
            <a:off x="1264429" y="4968027"/>
            <a:ext cx="1165888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00C1BAC-FC51-E2DF-0BF7-C29C1E866C68}"/>
              </a:ext>
            </a:extLst>
          </p:cNvPr>
          <p:cNvSpPr/>
          <p:nvPr/>
        </p:nvSpPr>
        <p:spPr>
          <a:xfrm>
            <a:off x="1264429" y="4149469"/>
            <a:ext cx="1165888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CE07AE0-00FE-F9F7-08BD-0DB55E40848A}"/>
              </a:ext>
            </a:extLst>
          </p:cNvPr>
          <p:cNvSpPr/>
          <p:nvPr/>
        </p:nvSpPr>
        <p:spPr>
          <a:xfrm>
            <a:off x="1264429" y="5441508"/>
            <a:ext cx="1165888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1BC1E15-3B57-F951-5C41-BAD7CECE9B51}"/>
              </a:ext>
            </a:extLst>
          </p:cNvPr>
          <p:cNvSpPr/>
          <p:nvPr/>
        </p:nvSpPr>
        <p:spPr>
          <a:xfrm>
            <a:off x="1264429" y="6267371"/>
            <a:ext cx="1165888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C6BC8F4-10D7-BF68-16FB-552CCD9AD68E}"/>
              </a:ext>
            </a:extLst>
          </p:cNvPr>
          <p:cNvSpPr/>
          <p:nvPr/>
        </p:nvSpPr>
        <p:spPr>
          <a:xfrm>
            <a:off x="1264429" y="5852380"/>
            <a:ext cx="1165888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F5D27C-F06C-CA90-25C8-077F33115FD9}"/>
              </a:ext>
            </a:extLst>
          </p:cNvPr>
          <p:cNvSpPr txBox="1"/>
          <p:nvPr/>
        </p:nvSpPr>
        <p:spPr>
          <a:xfrm>
            <a:off x="1264429" y="3745068"/>
            <a:ext cx="1194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제보 위치 표시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0FF7E3-94F1-56F8-D25D-4CBB3A45277C}"/>
              </a:ext>
            </a:extLst>
          </p:cNvPr>
          <p:cNvSpPr txBox="1"/>
          <p:nvPr/>
        </p:nvSpPr>
        <p:spPr>
          <a:xfrm>
            <a:off x="1264429" y="4164168"/>
            <a:ext cx="1194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간이 위치 표시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8E0237-C26E-E69F-F3A8-C6D4938313EC}"/>
              </a:ext>
            </a:extLst>
          </p:cNvPr>
          <p:cNvSpPr txBox="1"/>
          <p:nvPr/>
        </p:nvSpPr>
        <p:spPr>
          <a:xfrm>
            <a:off x="1264429" y="4583268"/>
            <a:ext cx="1194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전체 위치 표시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711063-4909-9A43-E34A-2E92B81EBAD8}"/>
              </a:ext>
            </a:extLst>
          </p:cNvPr>
          <p:cNvSpPr txBox="1"/>
          <p:nvPr/>
        </p:nvSpPr>
        <p:spPr>
          <a:xfrm>
            <a:off x="1199509" y="4993328"/>
            <a:ext cx="1127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   위치 숨기기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FDFA9C-B934-967C-954F-CACE213B384A}"/>
              </a:ext>
            </a:extLst>
          </p:cNvPr>
          <p:cNvSpPr txBox="1"/>
          <p:nvPr/>
        </p:nvSpPr>
        <p:spPr>
          <a:xfrm>
            <a:off x="1439957" y="5475623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위치 등록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52F63E-4A41-D7A8-41B9-34F0E8A86BF1}"/>
              </a:ext>
            </a:extLst>
          </p:cNvPr>
          <p:cNvSpPr txBox="1"/>
          <p:nvPr/>
        </p:nvSpPr>
        <p:spPr>
          <a:xfrm>
            <a:off x="1439957" y="5867079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위치 삭제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248693-CEFB-8471-447A-7EBA2C8B7F7B}"/>
              </a:ext>
            </a:extLst>
          </p:cNvPr>
          <p:cNvSpPr txBox="1"/>
          <p:nvPr/>
        </p:nvSpPr>
        <p:spPr>
          <a:xfrm>
            <a:off x="1439957" y="6258535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메모 수정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A2F2DB-C565-39D4-40C0-F94BB7422E0F}"/>
              </a:ext>
            </a:extLst>
          </p:cNvPr>
          <p:cNvSpPr txBox="1"/>
          <p:nvPr/>
        </p:nvSpPr>
        <p:spPr>
          <a:xfrm>
            <a:off x="3499960" y="4363769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위치 확인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2792DF-4F14-A034-E8D3-C6131B226149}"/>
              </a:ext>
            </a:extLst>
          </p:cNvPr>
          <p:cNvSpPr txBox="1"/>
          <p:nvPr/>
        </p:nvSpPr>
        <p:spPr>
          <a:xfrm>
            <a:off x="3499960" y="5137268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</a:rPr>
              <a:t>위치 검색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57A6E1-6C5B-1EFF-625E-92C1ABFA3D8E}"/>
              </a:ext>
            </a:extLst>
          </p:cNvPr>
          <p:cNvSpPr txBox="1"/>
          <p:nvPr/>
        </p:nvSpPr>
        <p:spPr>
          <a:xfrm>
            <a:off x="3508758" y="5874578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위치 관리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4ABBC54-4FB6-CB43-BD04-155DE9603C71}"/>
              </a:ext>
            </a:extLst>
          </p:cNvPr>
          <p:cNvCxnSpPr>
            <a:cxnSpLocks/>
            <a:stCxn id="8" idx="3"/>
            <a:endCxn id="27" idx="3"/>
          </p:cNvCxnSpPr>
          <p:nvPr/>
        </p:nvCxnSpPr>
        <p:spPr>
          <a:xfrm flipH="1">
            <a:off x="4343461" y="3716392"/>
            <a:ext cx="1419155" cy="785877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6CC1C78C-575B-DEA5-800A-C695DAC0473B}"/>
              </a:ext>
            </a:extLst>
          </p:cNvPr>
          <p:cNvCxnSpPr>
            <a:cxnSpLocks/>
            <a:stCxn id="8" idx="3"/>
            <a:endCxn id="11" idx="6"/>
          </p:cNvCxnSpPr>
          <p:nvPr/>
        </p:nvCxnSpPr>
        <p:spPr>
          <a:xfrm flipH="1">
            <a:off x="4353175" y="3716392"/>
            <a:ext cx="1409441" cy="156569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9B9C5FCB-B22E-9172-4C9F-8C022B9D3597}"/>
              </a:ext>
            </a:extLst>
          </p:cNvPr>
          <p:cNvCxnSpPr>
            <a:cxnSpLocks/>
            <a:stCxn id="8" idx="3"/>
            <a:endCxn id="12" idx="6"/>
          </p:cNvCxnSpPr>
          <p:nvPr/>
        </p:nvCxnSpPr>
        <p:spPr>
          <a:xfrm flipH="1">
            <a:off x="4353175" y="3716392"/>
            <a:ext cx="1409441" cy="2285587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D5B3A79D-62B0-6C60-9150-825570549D93}"/>
              </a:ext>
            </a:extLst>
          </p:cNvPr>
          <p:cNvCxnSpPr>
            <a:cxnSpLocks/>
            <a:stCxn id="9" idx="2"/>
            <a:endCxn id="10" idx="6"/>
          </p:cNvCxnSpPr>
          <p:nvPr/>
        </p:nvCxnSpPr>
        <p:spPr>
          <a:xfrm flipH="1" flipV="1">
            <a:off x="4353175" y="4502269"/>
            <a:ext cx="1284830" cy="94384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6806C7AF-15DD-212A-108D-EF7D763C1201}"/>
              </a:ext>
            </a:extLst>
          </p:cNvPr>
          <p:cNvCxnSpPr>
            <a:cxnSpLocks/>
            <a:stCxn id="9" idx="2"/>
            <a:endCxn id="11" idx="6"/>
          </p:cNvCxnSpPr>
          <p:nvPr/>
        </p:nvCxnSpPr>
        <p:spPr>
          <a:xfrm flipH="1">
            <a:off x="4353175" y="4596653"/>
            <a:ext cx="1284830" cy="68543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ECEDB9B-4EF2-4BE3-657B-F9BD1D275F92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2966296" y="4502269"/>
            <a:ext cx="535979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AFA281D5-BFE1-976A-8BA1-F33AC0CE3D25}"/>
              </a:ext>
            </a:extLst>
          </p:cNvPr>
          <p:cNvCxnSpPr>
            <a:cxnSpLocks/>
            <a:stCxn id="19" idx="6"/>
          </p:cNvCxnSpPr>
          <p:nvPr/>
        </p:nvCxnSpPr>
        <p:spPr>
          <a:xfrm flipV="1">
            <a:off x="2430317" y="6001977"/>
            <a:ext cx="1071957" cy="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BDCB498B-09BA-E6E0-CB1D-6ABBA90B80C5}"/>
              </a:ext>
            </a:extLst>
          </p:cNvPr>
          <p:cNvCxnSpPr>
            <a:cxnSpLocks/>
          </p:cNvCxnSpPr>
          <p:nvPr/>
        </p:nvCxnSpPr>
        <p:spPr>
          <a:xfrm>
            <a:off x="2430317" y="5591106"/>
            <a:ext cx="535979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25AEA4F3-F9BB-F859-1A5E-8891877F06B9}"/>
              </a:ext>
            </a:extLst>
          </p:cNvPr>
          <p:cNvCxnSpPr>
            <a:cxnSpLocks/>
          </p:cNvCxnSpPr>
          <p:nvPr/>
        </p:nvCxnSpPr>
        <p:spPr>
          <a:xfrm flipH="1" flipV="1">
            <a:off x="2966295" y="5591106"/>
            <a:ext cx="17099" cy="825863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4B2591C-10FE-E73E-6660-9EB19E65444B}"/>
              </a:ext>
            </a:extLst>
          </p:cNvPr>
          <p:cNvCxnSpPr>
            <a:cxnSpLocks/>
          </p:cNvCxnSpPr>
          <p:nvPr/>
        </p:nvCxnSpPr>
        <p:spPr>
          <a:xfrm>
            <a:off x="2440016" y="6416969"/>
            <a:ext cx="535979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08F07094-D277-97A5-B405-A38267BF26B2}"/>
              </a:ext>
            </a:extLst>
          </p:cNvPr>
          <p:cNvCxnSpPr>
            <a:cxnSpLocks/>
          </p:cNvCxnSpPr>
          <p:nvPr/>
        </p:nvCxnSpPr>
        <p:spPr>
          <a:xfrm>
            <a:off x="2440015" y="5114141"/>
            <a:ext cx="535979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80263DB1-AB66-0687-FDD8-0AB3318AFE78}"/>
              </a:ext>
            </a:extLst>
          </p:cNvPr>
          <p:cNvCxnSpPr>
            <a:cxnSpLocks/>
          </p:cNvCxnSpPr>
          <p:nvPr/>
        </p:nvCxnSpPr>
        <p:spPr>
          <a:xfrm flipH="1" flipV="1">
            <a:off x="2954047" y="3874284"/>
            <a:ext cx="20797" cy="122909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EFE7C33D-6D88-7410-C067-0C4443D276CB}"/>
              </a:ext>
            </a:extLst>
          </p:cNvPr>
          <p:cNvCxnSpPr>
            <a:cxnSpLocks/>
            <a:stCxn id="13" idx="6"/>
          </p:cNvCxnSpPr>
          <p:nvPr/>
        </p:nvCxnSpPr>
        <p:spPr>
          <a:xfrm flipV="1">
            <a:off x="2430317" y="3874284"/>
            <a:ext cx="523730" cy="5684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AFE9D88-7973-5F5A-26AD-AF6C597D9CBA}"/>
              </a:ext>
            </a:extLst>
          </p:cNvPr>
          <p:cNvCxnSpPr>
            <a:cxnSpLocks/>
          </p:cNvCxnSpPr>
          <p:nvPr/>
        </p:nvCxnSpPr>
        <p:spPr>
          <a:xfrm flipV="1">
            <a:off x="2430317" y="4290130"/>
            <a:ext cx="523730" cy="5684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C3A8462-D07A-9BF2-CDAA-D3678EECA591}"/>
              </a:ext>
            </a:extLst>
          </p:cNvPr>
          <p:cNvCxnSpPr>
            <a:cxnSpLocks/>
          </p:cNvCxnSpPr>
          <p:nvPr/>
        </p:nvCxnSpPr>
        <p:spPr>
          <a:xfrm flipV="1">
            <a:off x="2430317" y="4715324"/>
            <a:ext cx="523730" cy="5684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AF391BD7-59DD-9AB4-3F80-EC59AC5EAEBC}"/>
              </a:ext>
            </a:extLst>
          </p:cNvPr>
          <p:cNvSpPr/>
          <p:nvPr/>
        </p:nvSpPr>
        <p:spPr>
          <a:xfrm>
            <a:off x="175516" y="2558331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439843-4FB7-693F-46ED-6BD4B5633521}"/>
              </a:ext>
            </a:extLst>
          </p:cNvPr>
          <p:cNvSpPr txBox="1"/>
          <p:nvPr/>
        </p:nvSpPr>
        <p:spPr>
          <a:xfrm>
            <a:off x="181857" y="2556302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정렬 기준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658F3018-EC4E-EB5F-03B0-5745774FD413}"/>
              </a:ext>
            </a:extLst>
          </p:cNvPr>
          <p:cNvSpPr/>
          <p:nvPr/>
        </p:nvSpPr>
        <p:spPr>
          <a:xfrm>
            <a:off x="1502587" y="2545203"/>
            <a:ext cx="89298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D03AF68-8369-E4BC-29B9-A7CF59C44EC2}"/>
              </a:ext>
            </a:extLst>
          </p:cNvPr>
          <p:cNvSpPr/>
          <p:nvPr/>
        </p:nvSpPr>
        <p:spPr>
          <a:xfrm>
            <a:off x="1502586" y="2914248"/>
            <a:ext cx="903221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321BE42-E600-3234-CA46-390DF980CA1B}"/>
              </a:ext>
            </a:extLst>
          </p:cNvPr>
          <p:cNvSpPr/>
          <p:nvPr/>
        </p:nvSpPr>
        <p:spPr>
          <a:xfrm>
            <a:off x="3495664" y="2885831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FF7BCB2-A51A-A55F-34AC-192E342E4AC4}"/>
              </a:ext>
            </a:extLst>
          </p:cNvPr>
          <p:cNvSpPr/>
          <p:nvPr/>
        </p:nvSpPr>
        <p:spPr>
          <a:xfrm>
            <a:off x="3485423" y="2370835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1653FF4D-0FD7-96C4-4985-06C3B71C8983}"/>
              </a:ext>
            </a:extLst>
          </p:cNvPr>
          <p:cNvSpPr/>
          <p:nvPr/>
        </p:nvSpPr>
        <p:spPr>
          <a:xfrm>
            <a:off x="3488419" y="960816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13B3F965-60E8-D3FA-B8D6-F04E77AE8445}"/>
              </a:ext>
            </a:extLst>
          </p:cNvPr>
          <p:cNvSpPr/>
          <p:nvPr/>
        </p:nvSpPr>
        <p:spPr>
          <a:xfrm>
            <a:off x="3480712" y="1408124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0AD9817A-4058-4A4F-6CE4-C73B10070F5A}"/>
              </a:ext>
            </a:extLst>
          </p:cNvPr>
          <p:cNvSpPr/>
          <p:nvPr/>
        </p:nvSpPr>
        <p:spPr>
          <a:xfrm>
            <a:off x="3495818" y="1882573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6CF5282A-8B00-EAD4-DC9A-7F9953ADAED0}"/>
              </a:ext>
            </a:extLst>
          </p:cNvPr>
          <p:cNvSpPr/>
          <p:nvPr/>
        </p:nvSpPr>
        <p:spPr>
          <a:xfrm>
            <a:off x="624398" y="1521788"/>
            <a:ext cx="2442729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AD808A-80FD-3AB3-B781-A61BBBB2CEF0}"/>
              </a:ext>
            </a:extLst>
          </p:cNvPr>
          <p:cNvSpPr txBox="1"/>
          <p:nvPr/>
        </p:nvSpPr>
        <p:spPr>
          <a:xfrm>
            <a:off x="1680503" y="2553302"/>
            <a:ext cx="4924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A630F4-5951-2385-52CB-0F6A9218CD00}"/>
              </a:ext>
            </a:extLst>
          </p:cNvPr>
          <p:cNvSpPr txBox="1"/>
          <p:nvPr/>
        </p:nvSpPr>
        <p:spPr>
          <a:xfrm>
            <a:off x="1449282" y="2925348"/>
            <a:ext cx="997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페이지 선택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1245BC-A378-15FF-E07A-36D0E2823D56}"/>
              </a:ext>
            </a:extLst>
          </p:cNvPr>
          <p:cNvSpPr txBox="1"/>
          <p:nvPr/>
        </p:nvSpPr>
        <p:spPr>
          <a:xfrm>
            <a:off x="669513" y="1541957"/>
            <a:ext cx="2339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게시글 </a:t>
            </a:r>
            <a:r>
              <a:rPr lang="en-US" altLang="ko-KR" sz="1200" dirty="0">
                <a:solidFill>
                  <a:schemeClr val="bg1"/>
                </a:solidFill>
              </a:rPr>
              <a:t>/ </a:t>
            </a:r>
            <a:r>
              <a:rPr lang="ko-KR" altLang="en-US" sz="1200" dirty="0">
                <a:solidFill>
                  <a:schemeClr val="bg1"/>
                </a:solidFill>
              </a:rPr>
              <a:t>댓글 </a:t>
            </a:r>
            <a:r>
              <a:rPr lang="en-US" altLang="ko-KR" sz="1200" dirty="0">
                <a:solidFill>
                  <a:schemeClr val="bg1"/>
                </a:solidFill>
              </a:rPr>
              <a:t>/ </a:t>
            </a:r>
            <a:r>
              <a:rPr lang="ko-KR" altLang="en-US" sz="1200" dirty="0" err="1">
                <a:solidFill>
                  <a:schemeClr val="bg1"/>
                </a:solidFill>
              </a:rPr>
              <a:t>대댓글</a:t>
            </a:r>
            <a:r>
              <a:rPr lang="en-US" altLang="ko-KR" sz="1200" dirty="0">
                <a:solidFill>
                  <a:schemeClr val="bg1"/>
                </a:solidFill>
              </a:rPr>
              <a:t> / </a:t>
            </a:r>
            <a:r>
              <a:rPr lang="ko-KR" altLang="en-US" sz="1200" dirty="0">
                <a:solidFill>
                  <a:schemeClr val="bg1"/>
                </a:solidFill>
              </a:rPr>
              <a:t>좋아요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DD6E35-2CD5-7340-3FB8-0A8D5988D65E}"/>
              </a:ext>
            </a:extLst>
          </p:cNvPr>
          <p:cNvSpPr txBox="1"/>
          <p:nvPr/>
        </p:nvSpPr>
        <p:spPr>
          <a:xfrm>
            <a:off x="3508337" y="2899001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전체 보기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1E1450-B5BD-2F1F-ADF4-CD7B3340DE59}"/>
              </a:ext>
            </a:extLst>
          </p:cNvPr>
          <p:cNvSpPr txBox="1"/>
          <p:nvPr/>
        </p:nvSpPr>
        <p:spPr>
          <a:xfrm>
            <a:off x="3513612" y="2387124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상세 보기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A3B3AE-CE32-F87A-A85D-30D9DE5D6CA4}"/>
              </a:ext>
            </a:extLst>
          </p:cNvPr>
          <p:cNvSpPr txBox="1"/>
          <p:nvPr/>
        </p:nvSpPr>
        <p:spPr>
          <a:xfrm>
            <a:off x="3657600" y="97877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작성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23533E-A20B-6D91-B875-1E3C177D732A}"/>
              </a:ext>
            </a:extLst>
          </p:cNvPr>
          <p:cNvSpPr txBox="1"/>
          <p:nvPr/>
        </p:nvSpPr>
        <p:spPr>
          <a:xfrm>
            <a:off x="3681017" y="144026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79A448-3733-E4FD-E098-0AA8B8EC81D7}"/>
              </a:ext>
            </a:extLst>
          </p:cNvPr>
          <p:cNvSpPr txBox="1"/>
          <p:nvPr/>
        </p:nvSpPr>
        <p:spPr>
          <a:xfrm>
            <a:off x="3685595" y="191076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삭제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29D93406-A97B-B9EC-3C6B-3645C6A2DA93}"/>
              </a:ext>
            </a:extLst>
          </p:cNvPr>
          <p:cNvCxnSpPr>
            <a:cxnSpLocks/>
            <a:stCxn id="8" idx="1"/>
            <a:endCxn id="40" idx="6"/>
          </p:cNvCxnSpPr>
          <p:nvPr/>
        </p:nvCxnSpPr>
        <p:spPr>
          <a:xfrm flipH="1" flipV="1">
            <a:off x="4346718" y="2032172"/>
            <a:ext cx="1415898" cy="108254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1893550A-83CB-8A45-6010-A837F3CE32F5}"/>
              </a:ext>
            </a:extLst>
          </p:cNvPr>
          <p:cNvCxnSpPr>
            <a:cxnSpLocks/>
            <a:stCxn id="8" idx="1"/>
            <a:endCxn id="47" idx="3"/>
          </p:cNvCxnSpPr>
          <p:nvPr/>
        </p:nvCxnSpPr>
        <p:spPr>
          <a:xfrm flipH="1" flipV="1">
            <a:off x="4357113" y="2525624"/>
            <a:ext cx="1405503" cy="58909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637ED22-E1BA-1232-6E3B-7C4098DAF825}"/>
              </a:ext>
            </a:extLst>
          </p:cNvPr>
          <p:cNvCxnSpPr>
            <a:cxnSpLocks/>
            <a:stCxn id="8" idx="1"/>
            <a:endCxn id="39" idx="6"/>
          </p:cNvCxnSpPr>
          <p:nvPr/>
        </p:nvCxnSpPr>
        <p:spPr>
          <a:xfrm flipH="1" flipV="1">
            <a:off x="4331612" y="1557723"/>
            <a:ext cx="1431004" cy="155699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1ED0DFA1-AFCE-804C-8222-F53DF93544AE}"/>
              </a:ext>
            </a:extLst>
          </p:cNvPr>
          <p:cNvCxnSpPr>
            <a:cxnSpLocks/>
            <a:stCxn id="8" idx="1"/>
            <a:endCxn id="38" idx="6"/>
          </p:cNvCxnSpPr>
          <p:nvPr/>
        </p:nvCxnSpPr>
        <p:spPr>
          <a:xfrm flipH="1" flipV="1">
            <a:off x="4339319" y="1110415"/>
            <a:ext cx="1423297" cy="2004299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6597F5FB-71CD-AC3A-B6BE-FEC528A18B78}"/>
              </a:ext>
            </a:extLst>
          </p:cNvPr>
          <p:cNvCxnSpPr>
            <a:cxnSpLocks/>
            <a:stCxn id="8" idx="1"/>
            <a:endCxn id="46" idx="3"/>
          </p:cNvCxnSpPr>
          <p:nvPr/>
        </p:nvCxnSpPr>
        <p:spPr>
          <a:xfrm flipH="1" flipV="1">
            <a:off x="4351838" y="3037501"/>
            <a:ext cx="1410778" cy="77213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C83AA3C2-FFBF-D974-085E-238DFC1DC5D7}"/>
              </a:ext>
            </a:extLst>
          </p:cNvPr>
          <p:cNvCxnSpPr>
            <a:cxnSpLocks/>
            <a:stCxn id="9" idx="1"/>
            <a:endCxn id="47" idx="3"/>
          </p:cNvCxnSpPr>
          <p:nvPr/>
        </p:nvCxnSpPr>
        <p:spPr>
          <a:xfrm flipH="1" flipV="1">
            <a:off x="4357113" y="2525624"/>
            <a:ext cx="1405503" cy="177019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2D2509A5-EAEE-7CC0-6610-DC0A6BA0CD3D}"/>
              </a:ext>
            </a:extLst>
          </p:cNvPr>
          <p:cNvCxnSpPr>
            <a:cxnSpLocks/>
            <a:stCxn id="9" idx="1"/>
            <a:endCxn id="46" idx="3"/>
          </p:cNvCxnSpPr>
          <p:nvPr/>
        </p:nvCxnSpPr>
        <p:spPr>
          <a:xfrm flipH="1" flipV="1">
            <a:off x="4351838" y="3037501"/>
            <a:ext cx="1410778" cy="1258313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DC03F143-0FFB-AA8D-5B9B-1244FDD8A420}"/>
              </a:ext>
            </a:extLst>
          </p:cNvPr>
          <p:cNvCxnSpPr>
            <a:cxnSpLocks/>
            <a:stCxn id="46" idx="1"/>
            <a:endCxn id="31" idx="6"/>
          </p:cNvCxnSpPr>
          <p:nvPr/>
        </p:nvCxnSpPr>
        <p:spPr>
          <a:xfrm flipH="1" flipV="1">
            <a:off x="2395567" y="2694802"/>
            <a:ext cx="1112770" cy="342699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A3F90BC2-59F6-F9E0-D414-6FE01FCBD6BE}"/>
              </a:ext>
            </a:extLst>
          </p:cNvPr>
          <p:cNvCxnSpPr>
            <a:cxnSpLocks/>
            <a:stCxn id="31" idx="2"/>
            <a:endCxn id="30" idx="3"/>
          </p:cNvCxnSpPr>
          <p:nvPr/>
        </p:nvCxnSpPr>
        <p:spPr>
          <a:xfrm flipH="1">
            <a:off x="1025358" y="2694802"/>
            <a:ext cx="477229" cy="0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9A2C7A86-43B5-23BC-52CC-6350973559B1}"/>
              </a:ext>
            </a:extLst>
          </p:cNvPr>
          <p:cNvCxnSpPr>
            <a:cxnSpLocks/>
            <a:stCxn id="39" idx="2"/>
            <a:endCxn id="41" idx="6"/>
          </p:cNvCxnSpPr>
          <p:nvPr/>
        </p:nvCxnSpPr>
        <p:spPr>
          <a:xfrm flipH="1">
            <a:off x="3067127" y="1557723"/>
            <a:ext cx="413585" cy="113664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B7332102-82B9-78B4-5E94-63DB065572F1}"/>
              </a:ext>
            </a:extLst>
          </p:cNvPr>
          <p:cNvCxnSpPr>
            <a:cxnSpLocks/>
            <a:stCxn id="46" idx="1"/>
            <a:endCxn id="43" idx="3"/>
          </p:cNvCxnSpPr>
          <p:nvPr/>
        </p:nvCxnSpPr>
        <p:spPr>
          <a:xfrm flipH="1">
            <a:off x="2446671" y="3037501"/>
            <a:ext cx="1061666" cy="26347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E28F0AB-BB19-B68C-E188-8C86876F353D}"/>
              </a:ext>
            </a:extLst>
          </p:cNvPr>
          <p:cNvSpPr txBox="1"/>
          <p:nvPr/>
        </p:nvSpPr>
        <p:spPr>
          <a:xfrm>
            <a:off x="2863853" y="2100028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확장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AFF0465-084D-3B35-31B6-7833A64F8ECA}"/>
              </a:ext>
            </a:extLst>
          </p:cNvPr>
          <p:cNvSpPr txBox="1"/>
          <p:nvPr/>
        </p:nvSpPr>
        <p:spPr>
          <a:xfrm>
            <a:off x="2725475" y="2586297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포함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9A40FF-77FB-4F7B-37E8-272FE6AE363D}"/>
              </a:ext>
            </a:extLst>
          </p:cNvPr>
          <p:cNvSpPr txBox="1"/>
          <p:nvPr/>
        </p:nvSpPr>
        <p:spPr>
          <a:xfrm>
            <a:off x="2580745" y="3085690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포함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B3407A4-A4F8-DD54-A6E8-C314DBE58736}"/>
              </a:ext>
            </a:extLst>
          </p:cNvPr>
          <p:cNvSpPr txBox="1"/>
          <p:nvPr/>
        </p:nvSpPr>
        <p:spPr>
          <a:xfrm>
            <a:off x="2866501" y="1121126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확장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FD1529D1-7D90-5F07-B3F6-1FDA44003A71}"/>
              </a:ext>
            </a:extLst>
          </p:cNvPr>
          <p:cNvCxnSpPr>
            <a:cxnSpLocks/>
            <a:stCxn id="38" idx="2"/>
            <a:endCxn id="41" idx="6"/>
          </p:cNvCxnSpPr>
          <p:nvPr/>
        </p:nvCxnSpPr>
        <p:spPr>
          <a:xfrm flipH="1">
            <a:off x="3067127" y="1110415"/>
            <a:ext cx="421292" cy="560972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500F3211-2801-3EC1-3440-B6D27BE4E56E}"/>
              </a:ext>
            </a:extLst>
          </p:cNvPr>
          <p:cNvCxnSpPr>
            <a:cxnSpLocks/>
            <a:stCxn id="47" idx="1"/>
            <a:endCxn id="41" idx="6"/>
          </p:cNvCxnSpPr>
          <p:nvPr/>
        </p:nvCxnSpPr>
        <p:spPr>
          <a:xfrm flipH="1" flipV="1">
            <a:off x="3067127" y="1671387"/>
            <a:ext cx="446485" cy="854237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C5906A93-94E6-5545-A1B1-459D7BC5CB68}"/>
              </a:ext>
            </a:extLst>
          </p:cNvPr>
          <p:cNvCxnSpPr>
            <a:cxnSpLocks/>
            <a:stCxn id="40" idx="2"/>
            <a:endCxn id="41" idx="6"/>
          </p:cNvCxnSpPr>
          <p:nvPr/>
        </p:nvCxnSpPr>
        <p:spPr>
          <a:xfrm flipH="1" flipV="1">
            <a:off x="3067127" y="1671387"/>
            <a:ext cx="428691" cy="360785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A22C1FC0-B5A6-BF6F-1D30-B7FE2295ED26}"/>
              </a:ext>
            </a:extLst>
          </p:cNvPr>
          <p:cNvSpPr txBox="1"/>
          <p:nvPr/>
        </p:nvSpPr>
        <p:spPr>
          <a:xfrm>
            <a:off x="956286" y="2401208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포함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B851061-62C3-532C-DD22-9F4E6CBC02DC}"/>
              </a:ext>
            </a:extLst>
          </p:cNvPr>
          <p:cNvSpPr txBox="1"/>
          <p:nvPr/>
        </p:nvSpPr>
        <p:spPr>
          <a:xfrm>
            <a:off x="3219755" y="1705920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확장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89F9498-1789-1EF5-872D-6382B3EFE72C}"/>
              </a:ext>
            </a:extLst>
          </p:cNvPr>
          <p:cNvSpPr txBox="1"/>
          <p:nvPr/>
        </p:nvSpPr>
        <p:spPr>
          <a:xfrm>
            <a:off x="3147761" y="1329231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확장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14AB0D-475E-7527-B529-02D165252037}"/>
              </a:ext>
            </a:extLst>
          </p:cNvPr>
          <p:cNvSpPr txBox="1"/>
          <p:nvPr/>
        </p:nvSpPr>
        <p:spPr>
          <a:xfrm>
            <a:off x="343551" y="640146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FF00"/>
                </a:solidFill>
              </a:rPr>
              <a:t>지도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B6EBDA-9CC4-6378-B1FE-43A60B655BDE}"/>
              </a:ext>
            </a:extLst>
          </p:cNvPr>
          <p:cNvSpPr txBox="1"/>
          <p:nvPr/>
        </p:nvSpPr>
        <p:spPr>
          <a:xfrm>
            <a:off x="339948" y="78641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3"/>
                </a:solidFill>
              </a:rPr>
              <a:t>게시판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81BAD7-68F3-2B9F-3E13-327AD31164F9}"/>
              </a:ext>
            </a:extLst>
          </p:cNvPr>
          <p:cNvSpPr txBox="1"/>
          <p:nvPr/>
        </p:nvSpPr>
        <p:spPr>
          <a:xfrm>
            <a:off x="10559797" y="6270840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00B0F0"/>
                </a:solidFill>
              </a:rPr>
              <a:t>회원관리 </a:t>
            </a:r>
            <a:r>
              <a:rPr lang="en-US" altLang="ko-KR" sz="1200" dirty="0">
                <a:solidFill>
                  <a:srgbClr val="00B0F0"/>
                </a:solidFill>
              </a:rPr>
              <a:t>/ </a:t>
            </a:r>
            <a:r>
              <a:rPr lang="ko-KR" altLang="en-US" sz="1200" dirty="0">
                <a:solidFill>
                  <a:srgbClr val="00B0F0"/>
                </a:solidFill>
              </a:rPr>
              <a:t>문의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60C907F1-C1A5-0F73-F94A-C4DB22C27831}"/>
              </a:ext>
            </a:extLst>
          </p:cNvPr>
          <p:cNvSpPr/>
          <p:nvPr/>
        </p:nvSpPr>
        <p:spPr>
          <a:xfrm>
            <a:off x="5913889" y="3055498"/>
            <a:ext cx="308615" cy="302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922E415-5F0E-EE8B-F02E-61F94D4C9CD2}"/>
              </a:ext>
            </a:extLst>
          </p:cNvPr>
          <p:cNvCxnSpPr>
            <a:cxnSpLocks/>
            <a:stCxn id="55" idx="4"/>
          </p:cNvCxnSpPr>
          <p:nvPr/>
        </p:nvCxnSpPr>
        <p:spPr>
          <a:xfrm>
            <a:off x="6068197" y="3358168"/>
            <a:ext cx="0" cy="16639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4C85D8AE-6330-44B2-3C93-AFAB2E6C7946}"/>
              </a:ext>
            </a:extLst>
          </p:cNvPr>
          <p:cNvCxnSpPr>
            <a:cxnSpLocks/>
          </p:cNvCxnSpPr>
          <p:nvPr/>
        </p:nvCxnSpPr>
        <p:spPr>
          <a:xfrm>
            <a:off x="6075396" y="3550026"/>
            <a:ext cx="137317" cy="1877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AC1BED4C-B525-8192-8E28-3F528B84AC1A}"/>
              </a:ext>
            </a:extLst>
          </p:cNvPr>
          <p:cNvCxnSpPr>
            <a:cxnSpLocks/>
          </p:cNvCxnSpPr>
          <p:nvPr/>
        </p:nvCxnSpPr>
        <p:spPr>
          <a:xfrm flipH="1">
            <a:off x="5942011" y="3542969"/>
            <a:ext cx="118277" cy="18294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D42A01D6-93D0-F6A0-29BD-8FDF0988DC5C}"/>
              </a:ext>
            </a:extLst>
          </p:cNvPr>
          <p:cNvCxnSpPr>
            <a:cxnSpLocks/>
          </p:cNvCxnSpPr>
          <p:nvPr/>
        </p:nvCxnSpPr>
        <p:spPr>
          <a:xfrm>
            <a:off x="5848350" y="3448917"/>
            <a:ext cx="4465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타원 95">
            <a:extLst>
              <a:ext uri="{FF2B5EF4-FFF2-40B4-BE49-F238E27FC236}">
                <a16:creationId xmlns:a16="http://schemas.microsoft.com/office/drawing/2014/main" id="{CCB3C671-6EB5-C159-BF13-8160148D4841}"/>
              </a:ext>
            </a:extLst>
          </p:cNvPr>
          <p:cNvSpPr/>
          <p:nvPr/>
        </p:nvSpPr>
        <p:spPr>
          <a:xfrm>
            <a:off x="5911420" y="4247415"/>
            <a:ext cx="308615" cy="302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09E18D97-7805-11D8-4527-7B6C0E5B4E3F}"/>
              </a:ext>
            </a:extLst>
          </p:cNvPr>
          <p:cNvCxnSpPr>
            <a:cxnSpLocks/>
            <a:stCxn id="96" idx="4"/>
          </p:cNvCxnSpPr>
          <p:nvPr/>
        </p:nvCxnSpPr>
        <p:spPr>
          <a:xfrm>
            <a:off x="6065728" y="4550085"/>
            <a:ext cx="0" cy="16639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6B133DB9-AC73-1237-5965-AA65B3F16B5B}"/>
              </a:ext>
            </a:extLst>
          </p:cNvPr>
          <p:cNvCxnSpPr>
            <a:cxnSpLocks/>
          </p:cNvCxnSpPr>
          <p:nvPr/>
        </p:nvCxnSpPr>
        <p:spPr>
          <a:xfrm>
            <a:off x="6072927" y="4741943"/>
            <a:ext cx="137317" cy="1877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E722DD26-F293-BDD5-31F5-F539EE704D43}"/>
              </a:ext>
            </a:extLst>
          </p:cNvPr>
          <p:cNvCxnSpPr>
            <a:cxnSpLocks/>
          </p:cNvCxnSpPr>
          <p:nvPr/>
        </p:nvCxnSpPr>
        <p:spPr>
          <a:xfrm flipH="1">
            <a:off x="5939542" y="4734886"/>
            <a:ext cx="118277" cy="18294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CFB76FF4-49E9-F13A-E507-0B48D8CDF35F}"/>
              </a:ext>
            </a:extLst>
          </p:cNvPr>
          <p:cNvCxnSpPr>
            <a:cxnSpLocks/>
          </p:cNvCxnSpPr>
          <p:nvPr/>
        </p:nvCxnSpPr>
        <p:spPr>
          <a:xfrm>
            <a:off x="5845881" y="4640834"/>
            <a:ext cx="4465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913C8BA6-89C1-E8EA-CEE4-131CFB070428}"/>
              </a:ext>
            </a:extLst>
          </p:cNvPr>
          <p:cNvSpPr txBox="1"/>
          <p:nvPr/>
        </p:nvSpPr>
        <p:spPr>
          <a:xfrm>
            <a:off x="5817233" y="271310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회원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752C967-CD7B-54F2-80B5-09511941A17D}"/>
              </a:ext>
            </a:extLst>
          </p:cNvPr>
          <p:cNvSpPr txBox="1"/>
          <p:nvPr/>
        </p:nvSpPr>
        <p:spPr>
          <a:xfrm>
            <a:off x="5772330" y="508878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비회원</a:t>
            </a:r>
            <a:endParaRPr lang="ko-KR" altLang="en-US" sz="1200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881C9C8A-2C8F-4062-D7A9-E7EF8154E818}"/>
              </a:ext>
            </a:extLst>
          </p:cNvPr>
          <p:cNvSpPr/>
          <p:nvPr/>
        </p:nvSpPr>
        <p:spPr>
          <a:xfrm>
            <a:off x="3403828" y="3358190"/>
            <a:ext cx="1107882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C4D1E18-9411-AE45-5967-6B246123C82A}"/>
              </a:ext>
            </a:extLst>
          </p:cNvPr>
          <p:cNvSpPr txBox="1"/>
          <p:nvPr/>
        </p:nvSpPr>
        <p:spPr>
          <a:xfrm>
            <a:off x="3360930" y="3380754"/>
            <a:ext cx="1194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</a:rPr>
              <a:t>제보 위치 등록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37557CAB-291F-DE2D-2D8F-DC6085D4DE81}"/>
              </a:ext>
            </a:extLst>
          </p:cNvPr>
          <p:cNvCxnSpPr>
            <a:cxnSpLocks/>
            <a:stCxn id="8" idx="1"/>
            <a:endCxn id="172" idx="3"/>
          </p:cNvCxnSpPr>
          <p:nvPr/>
        </p:nvCxnSpPr>
        <p:spPr>
          <a:xfrm flipH="1">
            <a:off x="4555488" y="3114714"/>
            <a:ext cx="1207128" cy="40454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5CC49997-263D-E54D-3ABC-A66A3FE5B6CB}"/>
              </a:ext>
            </a:extLst>
          </p:cNvPr>
          <p:cNvCxnSpPr>
            <a:cxnSpLocks/>
          </p:cNvCxnSpPr>
          <p:nvPr/>
        </p:nvCxnSpPr>
        <p:spPr>
          <a:xfrm flipH="1">
            <a:off x="1848897" y="3501962"/>
            <a:ext cx="1554931" cy="41799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75B5187A-9BDC-1B12-7BE3-7C4569814593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847373" y="3537453"/>
            <a:ext cx="0" cy="192916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9DEF726B-9AA6-552C-27CF-43925968B34A}"/>
              </a:ext>
            </a:extLst>
          </p:cNvPr>
          <p:cNvSpPr txBox="1"/>
          <p:nvPr/>
        </p:nvSpPr>
        <p:spPr>
          <a:xfrm>
            <a:off x="2585503" y="3504611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확장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72" name="내용 개체 틀 2">
            <a:extLst>
              <a:ext uri="{FF2B5EF4-FFF2-40B4-BE49-F238E27FC236}">
                <a16:creationId xmlns:a16="http://schemas.microsoft.com/office/drawing/2014/main" id="{9E07EE2B-525B-B6D8-7B88-CE1059520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4515" y="1190532"/>
            <a:ext cx="5059262" cy="391066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이용자가 사용할 수 있는 서비스 개념도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9A08C62A-38D4-2F78-D64D-E2B3BFAB68BC}"/>
              </a:ext>
            </a:extLst>
          </p:cNvPr>
          <p:cNvSpPr/>
          <p:nvPr/>
        </p:nvSpPr>
        <p:spPr>
          <a:xfrm>
            <a:off x="7020175" y="2162839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E6A25F-2561-094F-B99F-4F069D9E051B}"/>
              </a:ext>
            </a:extLst>
          </p:cNvPr>
          <p:cNvSpPr txBox="1"/>
          <p:nvPr/>
        </p:nvSpPr>
        <p:spPr>
          <a:xfrm>
            <a:off x="7059695" y="218177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회원정보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CDE13CE2-E5A8-6335-8A0E-E5B7ED6EC479}"/>
              </a:ext>
            </a:extLst>
          </p:cNvPr>
          <p:cNvSpPr/>
          <p:nvPr/>
        </p:nvSpPr>
        <p:spPr>
          <a:xfrm>
            <a:off x="8343564" y="1669357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3F2D02-A687-2532-95B5-09E791FAB027}"/>
              </a:ext>
            </a:extLst>
          </p:cNvPr>
          <p:cNvSpPr txBox="1"/>
          <p:nvPr/>
        </p:nvSpPr>
        <p:spPr>
          <a:xfrm>
            <a:off x="8264305" y="1675337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프로필 편집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8292243-B518-5890-E827-BDAF32901D1F}"/>
              </a:ext>
            </a:extLst>
          </p:cNvPr>
          <p:cNvSpPr/>
          <p:nvPr/>
        </p:nvSpPr>
        <p:spPr>
          <a:xfrm>
            <a:off x="8343564" y="2058151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C16C329-D6EB-9E57-4D0D-A73DC514F5D5}"/>
              </a:ext>
            </a:extLst>
          </p:cNvPr>
          <p:cNvSpPr txBox="1"/>
          <p:nvPr/>
        </p:nvSpPr>
        <p:spPr>
          <a:xfrm>
            <a:off x="8264305" y="2069250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프로필 사진</a:t>
            </a: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97957F23-9B95-B84A-0A88-AF2D668BE7DF}"/>
              </a:ext>
            </a:extLst>
          </p:cNvPr>
          <p:cNvSpPr/>
          <p:nvPr/>
        </p:nvSpPr>
        <p:spPr>
          <a:xfrm>
            <a:off x="8343564" y="2436698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4ADEA1-179E-8E4D-C3A1-D79DCA495855}"/>
              </a:ext>
            </a:extLst>
          </p:cNvPr>
          <p:cNvSpPr txBox="1"/>
          <p:nvPr/>
        </p:nvSpPr>
        <p:spPr>
          <a:xfrm>
            <a:off x="8264305" y="2447797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작성글</a:t>
            </a:r>
            <a:r>
              <a:rPr lang="ko-KR" altLang="en-US" sz="1200" dirty="0">
                <a:solidFill>
                  <a:schemeClr val="bg1"/>
                </a:solidFill>
              </a:rPr>
              <a:t> 목록</a:t>
            </a: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826001EB-8E2A-02CB-3259-1FDC5347C185}"/>
              </a:ext>
            </a:extLst>
          </p:cNvPr>
          <p:cNvSpPr/>
          <p:nvPr/>
        </p:nvSpPr>
        <p:spPr>
          <a:xfrm>
            <a:off x="8343564" y="2819202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EC45841-A214-2473-4AA2-B4F71D2D09D6}"/>
              </a:ext>
            </a:extLst>
          </p:cNvPr>
          <p:cNvSpPr txBox="1"/>
          <p:nvPr/>
        </p:nvSpPr>
        <p:spPr>
          <a:xfrm>
            <a:off x="8516778" y="284152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</a:rPr>
              <a:t>쪽지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2A3E7A04-ABA8-C642-2D31-CC3D60F7FE8F}"/>
              </a:ext>
            </a:extLst>
          </p:cNvPr>
          <p:cNvSpPr/>
          <p:nvPr/>
        </p:nvSpPr>
        <p:spPr>
          <a:xfrm>
            <a:off x="8337550" y="3415553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DA9108E-E645-DBF6-FC46-305AC918174B}"/>
              </a:ext>
            </a:extLst>
          </p:cNvPr>
          <p:cNvSpPr txBox="1"/>
          <p:nvPr/>
        </p:nvSpPr>
        <p:spPr>
          <a:xfrm>
            <a:off x="8377070" y="343448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문의하기</a:t>
            </a: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1C6A9B5D-E91F-A189-813C-81D1D20456C0}"/>
              </a:ext>
            </a:extLst>
          </p:cNvPr>
          <p:cNvSpPr/>
          <p:nvPr/>
        </p:nvSpPr>
        <p:spPr>
          <a:xfrm>
            <a:off x="8337550" y="4149469"/>
            <a:ext cx="850900" cy="8509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48653DD2-36E6-0D66-040B-F3513C381FB7}"/>
              </a:ext>
            </a:extLst>
          </p:cNvPr>
          <p:cNvSpPr/>
          <p:nvPr/>
        </p:nvSpPr>
        <p:spPr>
          <a:xfrm>
            <a:off x="8610965" y="4225681"/>
            <a:ext cx="308615" cy="302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27123A24-4830-DFD9-97E6-2BAB7E32E5E2}"/>
              </a:ext>
            </a:extLst>
          </p:cNvPr>
          <p:cNvCxnSpPr>
            <a:cxnSpLocks/>
            <a:stCxn id="93" idx="4"/>
          </p:cNvCxnSpPr>
          <p:nvPr/>
        </p:nvCxnSpPr>
        <p:spPr>
          <a:xfrm>
            <a:off x="8765273" y="4528351"/>
            <a:ext cx="0" cy="16639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9053FDF0-C7C5-9E12-17D1-E36E99751120}"/>
              </a:ext>
            </a:extLst>
          </p:cNvPr>
          <p:cNvCxnSpPr>
            <a:cxnSpLocks/>
          </p:cNvCxnSpPr>
          <p:nvPr/>
        </p:nvCxnSpPr>
        <p:spPr>
          <a:xfrm>
            <a:off x="8772472" y="4720209"/>
            <a:ext cx="137317" cy="1877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DF8063B6-6656-7462-1731-EC3275C46D61}"/>
              </a:ext>
            </a:extLst>
          </p:cNvPr>
          <p:cNvCxnSpPr>
            <a:cxnSpLocks/>
          </p:cNvCxnSpPr>
          <p:nvPr/>
        </p:nvCxnSpPr>
        <p:spPr>
          <a:xfrm flipH="1">
            <a:off x="8639087" y="4713152"/>
            <a:ext cx="118277" cy="18294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23991F3C-303B-D0D4-EFED-190053EE4C12}"/>
              </a:ext>
            </a:extLst>
          </p:cNvPr>
          <p:cNvCxnSpPr>
            <a:cxnSpLocks/>
          </p:cNvCxnSpPr>
          <p:nvPr/>
        </p:nvCxnSpPr>
        <p:spPr>
          <a:xfrm>
            <a:off x="8545426" y="4619100"/>
            <a:ext cx="4465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B44FE67E-8164-5975-6857-F78FFBF0D204}"/>
              </a:ext>
            </a:extLst>
          </p:cNvPr>
          <p:cNvSpPr txBox="1"/>
          <p:nvPr/>
        </p:nvSpPr>
        <p:spPr>
          <a:xfrm>
            <a:off x="8462161" y="5081754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관리자</a:t>
            </a:r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CA21913-BFDE-155E-848F-29BF257DE470}"/>
              </a:ext>
            </a:extLst>
          </p:cNvPr>
          <p:cNvSpPr/>
          <p:nvPr/>
        </p:nvSpPr>
        <p:spPr>
          <a:xfrm>
            <a:off x="10173648" y="4453209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FFD5B91-8130-9878-FFBF-0B58B13C22A4}"/>
              </a:ext>
            </a:extLst>
          </p:cNvPr>
          <p:cNvSpPr txBox="1"/>
          <p:nvPr/>
        </p:nvSpPr>
        <p:spPr>
          <a:xfrm>
            <a:off x="10213168" y="447214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회원관리</a:t>
            </a:r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C238C332-68B2-DF14-8BB2-99F05E5DB6C9}"/>
              </a:ext>
            </a:extLst>
          </p:cNvPr>
          <p:cNvSpPr/>
          <p:nvPr/>
        </p:nvSpPr>
        <p:spPr>
          <a:xfrm>
            <a:off x="10196777" y="5078983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D222919-FE55-D65C-7777-EDE1AE508A57}"/>
              </a:ext>
            </a:extLst>
          </p:cNvPr>
          <p:cNvSpPr txBox="1"/>
          <p:nvPr/>
        </p:nvSpPr>
        <p:spPr>
          <a:xfrm>
            <a:off x="10256703" y="5060580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</a:rPr>
              <a:t>회원등급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bg1"/>
                </a:solidFill>
              </a:rPr>
              <a:t>분류</a:t>
            </a:r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DBD23199-A301-BED1-C50D-B0EFE129BD47}"/>
              </a:ext>
            </a:extLst>
          </p:cNvPr>
          <p:cNvSpPr/>
          <p:nvPr/>
        </p:nvSpPr>
        <p:spPr>
          <a:xfrm>
            <a:off x="9225704" y="5085550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7D6CFEA-5DA2-4C65-ABEF-7AF2132E62FC}"/>
              </a:ext>
            </a:extLst>
          </p:cNvPr>
          <p:cNvSpPr txBox="1"/>
          <p:nvPr/>
        </p:nvSpPr>
        <p:spPr>
          <a:xfrm>
            <a:off x="9265224" y="510448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회원조회</a:t>
            </a:r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AFF5FB6C-EBF8-0A68-1A66-27C92B60625D}"/>
              </a:ext>
            </a:extLst>
          </p:cNvPr>
          <p:cNvSpPr/>
          <p:nvPr/>
        </p:nvSpPr>
        <p:spPr>
          <a:xfrm>
            <a:off x="11185124" y="5085550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3971F4E-08E0-35B8-1E5E-7A70DC5DF430}"/>
              </a:ext>
            </a:extLst>
          </p:cNvPr>
          <p:cNvSpPr txBox="1"/>
          <p:nvPr/>
        </p:nvSpPr>
        <p:spPr>
          <a:xfrm>
            <a:off x="11224644" y="510448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회원삭제</a:t>
            </a: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6C483873-47D7-3675-8297-FDB16DB2BAC1}"/>
              </a:ext>
            </a:extLst>
          </p:cNvPr>
          <p:cNvSpPr/>
          <p:nvPr/>
        </p:nvSpPr>
        <p:spPr>
          <a:xfrm>
            <a:off x="7196972" y="5752622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CA25EBD-C9B4-3A73-A2AC-7762C8B29C76}"/>
              </a:ext>
            </a:extLst>
          </p:cNvPr>
          <p:cNvSpPr txBox="1"/>
          <p:nvPr/>
        </p:nvSpPr>
        <p:spPr>
          <a:xfrm>
            <a:off x="7236492" y="577155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회원가입</a:t>
            </a:r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72F41646-A91F-93A0-75D6-1B88E75C7F98}"/>
              </a:ext>
            </a:extLst>
          </p:cNvPr>
          <p:cNvSpPr/>
          <p:nvPr/>
        </p:nvSpPr>
        <p:spPr>
          <a:xfrm>
            <a:off x="8385966" y="5744790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ADBD6FA-2879-58BA-AC3C-3754A85BEC4C}"/>
              </a:ext>
            </a:extLst>
          </p:cNvPr>
          <p:cNvSpPr txBox="1"/>
          <p:nvPr/>
        </p:nvSpPr>
        <p:spPr>
          <a:xfrm>
            <a:off x="8425486" y="57637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중복확인</a:t>
            </a:r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187F887C-53EB-B3DF-A324-DC61DA01BFC9}"/>
              </a:ext>
            </a:extLst>
          </p:cNvPr>
          <p:cNvCxnSpPr>
            <a:cxnSpLocks/>
            <a:stCxn id="134" idx="2"/>
            <a:endCxn id="132" idx="6"/>
          </p:cNvCxnSpPr>
          <p:nvPr/>
        </p:nvCxnSpPr>
        <p:spPr>
          <a:xfrm flipH="1">
            <a:off x="8047872" y="5894389"/>
            <a:ext cx="338094" cy="7832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3696178A-F3FE-E126-CC30-FC22D446C5DB}"/>
              </a:ext>
            </a:extLst>
          </p:cNvPr>
          <p:cNvSpPr txBox="1"/>
          <p:nvPr/>
        </p:nvSpPr>
        <p:spPr>
          <a:xfrm>
            <a:off x="7956109" y="5614122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포함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C94B1189-BC91-3189-C963-95796EB191D3}"/>
              </a:ext>
            </a:extLst>
          </p:cNvPr>
          <p:cNvCxnSpPr>
            <a:cxnSpLocks/>
            <a:stCxn id="9" idx="5"/>
            <a:endCxn id="132" idx="2"/>
          </p:cNvCxnSpPr>
          <p:nvPr/>
        </p:nvCxnSpPr>
        <p:spPr>
          <a:xfrm>
            <a:off x="6364294" y="4897492"/>
            <a:ext cx="832678" cy="1004729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9D9739A7-4503-D739-E905-474AC79189A1}"/>
              </a:ext>
            </a:extLst>
          </p:cNvPr>
          <p:cNvCxnSpPr>
            <a:cxnSpLocks/>
            <a:stCxn id="8" idx="6"/>
            <a:endCxn id="89" idx="2"/>
          </p:cNvCxnSpPr>
          <p:nvPr/>
        </p:nvCxnSpPr>
        <p:spPr>
          <a:xfrm>
            <a:off x="6488905" y="3415553"/>
            <a:ext cx="1848645" cy="149599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1CDFBC52-FBC0-619E-A4B0-047B5FDC04F3}"/>
              </a:ext>
            </a:extLst>
          </p:cNvPr>
          <p:cNvCxnSpPr>
            <a:cxnSpLocks/>
            <a:stCxn id="8" idx="6"/>
            <a:endCxn id="58" idx="2"/>
          </p:cNvCxnSpPr>
          <p:nvPr/>
        </p:nvCxnSpPr>
        <p:spPr>
          <a:xfrm flipV="1">
            <a:off x="6488905" y="2312438"/>
            <a:ext cx="531270" cy="1103115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17A0AF3A-0442-D8F7-860B-666AC7465438}"/>
              </a:ext>
            </a:extLst>
          </p:cNvPr>
          <p:cNvCxnSpPr>
            <a:cxnSpLocks/>
            <a:endCxn id="86" idx="2"/>
          </p:cNvCxnSpPr>
          <p:nvPr/>
        </p:nvCxnSpPr>
        <p:spPr>
          <a:xfrm>
            <a:off x="8129020" y="2968801"/>
            <a:ext cx="214544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DE6B5012-E4F4-429D-AF0D-69F6ECF34B6F}"/>
              </a:ext>
            </a:extLst>
          </p:cNvPr>
          <p:cNvCxnSpPr>
            <a:cxnSpLocks/>
          </p:cNvCxnSpPr>
          <p:nvPr/>
        </p:nvCxnSpPr>
        <p:spPr>
          <a:xfrm>
            <a:off x="8129020" y="2594050"/>
            <a:ext cx="214544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43D4DDC8-6BEA-DDFA-932D-CB270F9637D0}"/>
              </a:ext>
            </a:extLst>
          </p:cNvPr>
          <p:cNvCxnSpPr>
            <a:cxnSpLocks/>
          </p:cNvCxnSpPr>
          <p:nvPr/>
        </p:nvCxnSpPr>
        <p:spPr>
          <a:xfrm>
            <a:off x="8129020" y="2181770"/>
            <a:ext cx="214544" cy="325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54A4A57C-57DA-C69C-DC58-D454B89D2C7A}"/>
              </a:ext>
            </a:extLst>
          </p:cNvPr>
          <p:cNvCxnSpPr>
            <a:cxnSpLocks/>
          </p:cNvCxnSpPr>
          <p:nvPr/>
        </p:nvCxnSpPr>
        <p:spPr>
          <a:xfrm>
            <a:off x="8096250" y="1818956"/>
            <a:ext cx="247314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89E4E891-E118-5C2E-5538-AAD974A8A34E}"/>
              </a:ext>
            </a:extLst>
          </p:cNvPr>
          <p:cNvCxnSpPr>
            <a:cxnSpLocks/>
          </p:cNvCxnSpPr>
          <p:nvPr/>
        </p:nvCxnSpPr>
        <p:spPr>
          <a:xfrm>
            <a:off x="8092440" y="1818956"/>
            <a:ext cx="36580" cy="1141414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6BE044C6-ECCD-C691-259A-C5377FD96722}"/>
              </a:ext>
            </a:extLst>
          </p:cNvPr>
          <p:cNvCxnSpPr>
            <a:cxnSpLocks/>
            <a:stCxn id="58" idx="6"/>
          </p:cNvCxnSpPr>
          <p:nvPr/>
        </p:nvCxnSpPr>
        <p:spPr>
          <a:xfrm>
            <a:off x="7871075" y="2312438"/>
            <a:ext cx="228985" cy="0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82D92176-CE88-D313-57EF-BE642A445868}"/>
              </a:ext>
            </a:extLst>
          </p:cNvPr>
          <p:cNvCxnSpPr>
            <a:cxnSpLocks/>
            <a:stCxn id="92" idx="6"/>
            <a:endCxn id="115" idx="2"/>
          </p:cNvCxnSpPr>
          <p:nvPr/>
        </p:nvCxnSpPr>
        <p:spPr>
          <a:xfrm>
            <a:off x="9188450" y="4574919"/>
            <a:ext cx="985198" cy="27889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84032BC3-D837-C41C-4873-94A8E24FD0EE}"/>
              </a:ext>
            </a:extLst>
          </p:cNvPr>
          <p:cNvCxnSpPr>
            <a:cxnSpLocks/>
            <a:stCxn id="119" idx="2"/>
            <a:endCxn id="121" idx="0"/>
          </p:cNvCxnSpPr>
          <p:nvPr/>
        </p:nvCxnSpPr>
        <p:spPr>
          <a:xfrm>
            <a:off x="10613278" y="4749139"/>
            <a:ext cx="5063" cy="311441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C0B2936A-A540-A528-61DD-EE49D103996B}"/>
              </a:ext>
            </a:extLst>
          </p:cNvPr>
          <p:cNvCxnSpPr>
            <a:cxnSpLocks/>
            <a:endCxn id="122" idx="0"/>
          </p:cNvCxnSpPr>
          <p:nvPr/>
        </p:nvCxnSpPr>
        <p:spPr>
          <a:xfrm>
            <a:off x="9651154" y="4887581"/>
            <a:ext cx="0" cy="197969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00ED546A-325F-2F32-C49F-AB48911761CD}"/>
              </a:ext>
            </a:extLst>
          </p:cNvPr>
          <p:cNvCxnSpPr>
            <a:cxnSpLocks/>
            <a:endCxn id="124" idx="0"/>
          </p:cNvCxnSpPr>
          <p:nvPr/>
        </p:nvCxnSpPr>
        <p:spPr>
          <a:xfrm>
            <a:off x="11610574" y="4885162"/>
            <a:ext cx="0" cy="200388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화살표 연결선 203">
            <a:extLst>
              <a:ext uri="{FF2B5EF4-FFF2-40B4-BE49-F238E27FC236}">
                <a16:creationId xmlns:a16="http://schemas.microsoft.com/office/drawing/2014/main" id="{E53F8D65-20C9-801D-A024-61B24697A0CC}"/>
              </a:ext>
            </a:extLst>
          </p:cNvPr>
          <p:cNvCxnSpPr>
            <a:cxnSpLocks/>
          </p:cNvCxnSpPr>
          <p:nvPr/>
        </p:nvCxnSpPr>
        <p:spPr>
          <a:xfrm>
            <a:off x="9653795" y="4885847"/>
            <a:ext cx="1958558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직선 화살표 연결선 253">
            <a:extLst>
              <a:ext uri="{FF2B5EF4-FFF2-40B4-BE49-F238E27FC236}">
                <a16:creationId xmlns:a16="http://schemas.microsoft.com/office/drawing/2014/main" id="{CA12402A-F52F-9369-BDA4-FC16E4D96A1F}"/>
              </a:ext>
            </a:extLst>
          </p:cNvPr>
          <p:cNvCxnSpPr>
            <a:cxnSpLocks/>
            <a:stCxn id="92" idx="0"/>
            <a:endCxn id="89" idx="4"/>
          </p:cNvCxnSpPr>
          <p:nvPr/>
        </p:nvCxnSpPr>
        <p:spPr>
          <a:xfrm flipV="1">
            <a:off x="8763000" y="3714750"/>
            <a:ext cx="0" cy="434719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타원 137">
            <a:extLst>
              <a:ext uri="{FF2B5EF4-FFF2-40B4-BE49-F238E27FC236}">
                <a16:creationId xmlns:a16="http://schemas.microsoft.com/office/drawing/2014/main" id="{3ED04B7E-1E4B-E35D-9D60-8A0EC32E12C8}"/>
              </a:ext>
            </a:extLst>
          </p:cNvPr>
          <p:cNvSpPr/>
          <p:nvPr/>
        </p:nvSpPr>
        <p:spPr>
          <a:xfrm>
            <a:off x="7096087" y="4279729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2EDA26E-8948-0A67-04CF-E9C10AC94DBA}"/>
              </a:ext>
            </a:extLst>
          </p:cNvPr>
          <p:cNvSpPr txBox="1"/>
          <p:nvPr/>
        </p:nvSpPr>
        <p:spPr>
          <a:xfrm>
            <a:off x="7212551" y="4287228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4B8822F0-81C8-EACA-B34D-C4A93E4B0F37}"/>
              </a:ext>
            </a:extLst>
          </p:cNvPr>
          <p:cNvSpPr/>
          <p:nvPr/>
        </p:nvSpPr>
        <p:spPr>
          <a:xfrm>
            <a:off x="7096087" y="3739426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FAF44ED-0787-759F-B178-58F4E5F826A4}"/>
              </a:ext>
            </a:extLst>
          </p:cNvPr>
          <p:cNvSpPr txBox="1"/>
          <p:nvPr/>
        </p:nvSpPr>
        <p:spPr>
          <a:xfrm>
            <a:off x="7135607" y="375835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로그아웃</a:t>
            </a: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28808277-5D4F-D3F0-76EA-5E0B54237094}"/>
              </a:ext>
            </a:extLst>
          </p:cNvPr>
          <p:cNvCxnSpPr>
            <a:cxnSpLocks/>
            <a:stCxn id="142" idx="2"/>
            <a:endCxn id="139" idx="0"/>
          </p:cNvCxnSpPr>
          <p:nvPr/>
        </p:nvCxnSpPr>
        <p:spPr>
          <a:xfrm>
            <a:off x="7535717" y="4035356"/>
            <a:ext cx="0" cy="251872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22923D81-FDF4-9044-CC71-2AD72D2F59E0}"/>
              </a:ext>
            </a:extLst>
          </p:cNvPr>
          <p:cNvCxnSpPr>
            <a:cxnSpLocks/>
            <a:stCxn id="8" idx="6"/>
            <a:endCxn id="140" idx="2"/>
          </p:cNvCxnSpPr>
          <p:nvPr/>
        </p:nvCxnSpPr>
        <p:spPr>
          <a:xfrm>
            <a:off x="6488905" y="3415553"/>
            <a:ext cx="607182" cy="47347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9EC4A361-CE99-246E-5BAF-98EB03971728}"/>
              </a:ext>
            </a:extLst>
          </p:cNvPr>
          <p:cNvCxnSpPr>
            <a:cxnSpLocks/>
            <a:stCxn id="9" idx="6"/>
            <a:endCxn id="138" idx="2"/>
          </p:cNvCxnSpPr>
          <p:nvPr/>
        </p:nvCxnSpPr>
        <p:spPr>
          <a:xfrm flipV="1">
            <a:off x="6488905" y="4429328"/>
            <a:ext cx="607182" cy="167325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5AA41978-FC8C-AA68-5E14-76F95806F9CB}"/>
              </a:ext>
            </a:extLst>
          </p:cNvPr>
          <p:cNvSpPr txBox="1"/>
          <p:nvPr/>
        </p:nvSpPr>
        <p:spPr>
          <a:xfrm>
            <a:off x="7530098" y="4026358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포함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DFBB566E-166C-D6A4-6BD5-21F548F39770}"/>
              </a:ext>
            </a:extLst>
          </p:cNvPr>
          <p:cNvSpPr/>
          <p:nvPr/>
        </p:nvSpPr>
        <p:spPr>
          <a:xfrm>
            <a:off x="50531" y="748992"/>
            <a:ext cx="4978669" cy="2944544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962847FB-8BA2-DA7C-5142-726CBBE6B999}"/>
              </a:ext>
            </a:extLst>
          </p:cNvPr>
          <p:cNvSpPr/>
          <p:nvPr/>
        </p:nvSpPr>
        <p:spPr>
          <a:xfrm>
            <a:off x="34925" y="3746716"/>
            <a:ext cx="4903567" cy="3011857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FC777EBB-75D1-A53F-B82B-E9FE85409113}"/>
              </a:ext>
            </a:extLst>
          </p:cNvPr>
          <p:cNvSpPr/>
          <p:nvPr/>
        </p:nvSpPr>
        <p:spPr>
          <a:xfrm>
            <a:off x="6812805" y="1578763"/>
            <a:ext cx="5290295" cy="5177637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655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8A3FC-C4DE-8886-01C2-BEB1D05A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0D70F-F7B8-6B97-3DC4-8EA3F491C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4. </a:t>
            </a:r>
            <a:r>
              <a:rPr lang="ko-KR" altLang="en-US" sz="1800" dirty="0">
                <a:solidFill>
                  <a:schemeClr val="bg2"/>
                </a:solidFill>
              </a:rPr>
              <a:t>주요 서비스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3B032A-58DD-16D4-94CE-CE18FB9EE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611" y="1166655"/>
            <a:ext cx="5703889" cy="5395615"/>
          </a:xfrm>
        </p:spPr>
        <p:txBody>
          <a:bodyPr/>
          <a:lstStyle/>
          <a:p>
            <a:r>
              <a:rPr lang="ko-KR" altLang="en-US" b="1" dirty="0"/>
              <a:t>목적</a:t>
            </a:r>
            <a:r>
              <a:rPr lang="en-US" altLang="ko-KR" b="1" dirty="0"/>
              <a:t>: </a:t>
            </a:r>
            <a:r>
              <a:rPr lang="ko-KR" altLang="en-US" b="1" dirty="0"/>
              <a:t>제보를 통한 공익성 추구</a:t>
            </a:r>
            <a:endParaRPr lang="en-US" altLang="ko-KR" b="1" dirty="0"/>
          </a:p>
          <a:p>
            <a:r>
              <a:rPr lang="ko-KR" altLang="en-US" dirty="0"/>
              <a:t>제보 위치를 지도에 표시하여 간편한 제보와 정보 취득</a:t>
            </a:r>
            <a:endParaRPr lang="en-US" altLang="ko-KR" dirty="0"/>
          </a:p>
          <a:p>
            <a:r>
              <a:rPr lang="ko-KR" altLang="en-US" dirty="0"/>
              <a:t>검색을 통한 빠른 위치 지정</a:t>
            </a:r>
            <a:endParaRPr lang="en-US" altLang="ko-KR" dirty="0"/>
          </a:p>
          <a:p>
            <a:r>
              <a:rPr lang="ko-KR" altLang="en-US" dirty="0"/>
              <a:t>게시판에 썸네일 표시하여 이미지를 더 빠르게 전달</a:t>
            </a:r>
            <a:endParaRPr lang="en-US" altLang="ko-KR" dirty="0"/>
          </a:p>
          <a:p>
            <a:r>
              <a:rPr lang="ko-KR" altLang="en-US" dirty="0"/>
              <a:t>제보 내용의 분류에 따라 나눠 보기 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FBFE13-E801-C43F-F839-76D2C884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89C4063-A345-6C5D-23FE-EFD7B8779270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ko-KR" altLang="en-US" sz="1800" dirty="0">
                <a:solidFill>
                  <a:schemeClr val="bg2"/>
                </a:solidFill>
              </a:rPr>
              <a:t>① 제보 게시판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9AC89BE-0616-EB45-A88C-C126A46825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38087B1-6D79-44A6-8F32-5C14E9EAFF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4CC3197-EBEC-F2AC-8512-EC90E36ECB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487" y="3937285"/>
            <a:ext cx="4082015" cy="2726885"/>
          </a:xfrm>
          <a:prstGeom prst="rect">
            <a:avLst/>
          </a:prstGeom>
        </p:spPr>
      </p:pic>
      <p:pic>
        <p:nvPicPr>
          <p:cNvPr id="8" name="내용 개체 틀 21">
            <a:extLst>
              <a:ext uri="{FF2B5EF4-FFF2-40B4-BE49-F238E27FC236}">
                <a16:creationId xmlns:a16="http://schemas.microsoft.com/office/drawing/2014/main" id="{02533384-F81A-81F1-000B-4EBD429C58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974" y="1200949"/>
            <a:ext cx="4801013" cy="546322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FA726FD-D098-12EF-63AB-E9DEE718FC3D}"/>
              </a:ext>
            </a:extLst>
          </p:cNvPr>
          <p:cNvSpPr/>
          <p:nvPr/>
        </p:nvSpPr>
        <p:spPr>
          <a:xfrm>
            <a:off x="5345319" y="4673657"/>
            <a:ext cx="315157" cy="20137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7EA243-5EB1-6F17-E51D-626139D24032}"/>
              </a:ext>
            </a:extLst>
          </p:cNvPr>
          <p:cNvSpPr/>
          <p:nvPr/>
        </p:nvSpPr>
        <p:spPr>
          <a:xfrm>
            <a:off x="6993974" y="1197178"/>
            <a:ext cx="4801013" cy="546322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140AFE4-9455-CA64-6EBB-8115BBBE866C}"/>
              </a:ext>
            </a:extLst>
          </p:cNvPr>
          <p:cNvCxnSpPr>
            <a:cxnSpLocks/>
          </p:cNvCxnSpPr>
          <p:nvPr/>
        </p:nvCxnSpPr>
        <p:spPr>
          <a:xfrm flipV="1">
            <a:off x="5660476" y="1200949"/>
            <a:ext cx="1333498" cy="3472708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27FB8B4-4041-ADE7-44D6-EB340ED4BA93}"/>
              </a:ext>
            </a:extLst>
          </p:cNvPr>
          <p:cNvCxnSpPr>
            <a:cxnSpLocks/>
          </p:cNvCxnSpPr>
          <p:nvPr/>
        </p:nvCxnSpPr>
        <p:spPr>
          <a:xfrm>
            <a:off x="5660476" y="4875029"/>
            <a:ext cx="1333498" cy="178537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398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D2A17-C7F5-0BF6-AEFE-AB163EA8E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492C6-B2F6-9FF6-EA60-82002F28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4. </a:t>
            </a:r>
            <a:r>
              <a:rPr lang="ko-KR" altLang="en-US" sz="1800" dirty="0">
                <a:solidFill>
                  <a:schemeClr val="bg2"/>
                </a:solidFill>
              </a:rPr>
              <a:t>주요 서비스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4E121F-73D9-D7E2-4719-A0146F9BE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613" y="1166655"/>
            <a:ext cx="5810626" cy="5395615"/>
          </a:xfrm>
        </p:spPr>
        <p:txBody>
          <a:bodyPr/>
          <a:lstStyle/>
          <a:p>
            <a:r>
              <a:rPr lang="ko-KR" altLang="en-US" b="1" dirty="0"/>
              <a:t>목적</a:t>
            </a:r>
            <a:r>
              <a:rPr lang="en-US" altLang="ko-KR" b="1" dirty="0"/>
              <a:t>: </a:t>
            </a:r>
            <a:r>
              <a:rPr lang="ko-KR" altLang="en-US" b="1" dirty="0"/>
              <a:t>제보 위치를 한 눈에 파악</a:t>
            </a:r>
            <a:endParaRPr lang="en-US" altLang="ko-KR" b="1" dirty="0"/>
          </a:p>
          <a:p>
            <a:r>
              <a:rPr lang="ko-KR" altLang="en-US" dirty="0"/>
              <a:t>제보게시판에서 지정한 제보 위치</a:t>
            </a:r>
            <a:r>
              <a:rPr lang="en-US" altLang="ko-KR" dirty="0"/>
              <a:t>, </a:t>
            </a:r>
            <a:r>
              <a:rPr lang="ko-KR" altLang="en-US" dirty="0"/>
              <a:t>또는 지도 위에서</a:t>
            </a:r>
            <a:r>
              <a:rPr lang="en-US" altLang="ko-KR" dirty="0"/>
              <a:t> </a:t>
            </a:r>
            <a:r>
              <a:rPr lang="ko-KR" altLang="en-US" dirty="0"/>
              <a:t>지정한 특정 위치를 포함한 모든 위치를 구분하여 표시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지도에서 바로 특정 위치를 지정하여 메모를 남길 수 있다</a:t>
            </a:r>
            <a:r>
              <a:rPr lang="en-US" altLang="ko-KR" dirty="0"/>
              <a:t>. </a:t>
            </a:r>
            <a:r>
              <a:rPr lang="ko-KR" altLang="en-US" dirty="0"/>
              <a:t>메모의 수정이나 위치 삭제도 가능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장소</a:t>
            </a:r>
            <a:r>
              <a:rPr lang="en-US" altLang="ko-KR" dirty="0"/>
              <a:t>, </a:t>
            </a:r>
            <a:r>
              <a:rPr lang="ko-KR" altLang="en-US" dirty="0"/>
              <a:t>지번</a:t>
            </a:r>
            <a:r>
              <a:rPr lang="en-US" altLang="ko-KR" dirty="0"/>
              <a:t>, </a:t>
            </a:r>
            <a:r>
              <a:rPr lang="ko-KR" altLang="en-US" dirty="0"/>
              <a:t>도로명 주소로 검색 가능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168668-ECCA-EAA2-2953-D29584D7D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02C58F6-E5C4-1372-EC01-F437D1B2D409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ko-KR" altLang="en-US" sz="1800" dirty="0">
                <a:solidFill>
                  <a:schemeClr val="bg2"/>
                </a:solidFill>
              </a:rPr>
              <a:t>② 지도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F8EB74-C661-8245-0381-43FDBFB7D16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365175D-0687-E854-9569-7C8813557C4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7CB4723D-7BAF-44DD-AD5D-D5B76BB8BB21}"/>
              </a:ext>
            </a:extLst>
          </p:cNvPr>
          <p:cNvSpPr/>
          <p:nvPr/>
        </p:nvSpPr>
        <p:spPr>
          <a:xfrm>
            <a:off x="266700" y="1677964"/>
            <a:ext cx="266700" cy="253173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D61FB07D-0B54-4D9E-A252-4110D1A00527}"/>
              </a:ext>
            </a:extLst>
          </p:cNvPr>
          <p:cNvSpPr/>
          <p:nvPr/>
        </p:nvSpPr>
        <p:spPr>
          <a:xfrm>
            <a:off x="303053" y="1707004"/>
            <a:ext cx="193993" cy="195091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7514DB5-5863-4A30-9198-6292556CC8BE}"/>
              </a:ext>
            </a:extLst>
          </p:cNvPr>
          <p:cNvSpPr/>
          <p:nvPr/>
        </p:nvSpPr>
        <p:spPr>
          <a:xfrm>
            <a:off x="266700" y="2712247"/>
            <a:ext cx="266700" cy="253173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0738B89-1C2F-482A-BC76-88512222E16C}"/>
              </a:ext>
            </a:extLst>
          </p:cNvPr>
          <p:cNvSpPr/>
          <p:nvPr/>
        </p:nvSpPr>
        <p:spPr>
          <a:xfrm>
            <a:off x="303053" y="2741287"/>
            <a:ext cx="193993" cy="195091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2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BB6028A-CFC6-587B-F1FB-7886B7ED3199}"/>
              </a:ext>
            </a:extLst>
          </p:cNvPr>
          <p:cNvSpPr/>
          <p:nvPr/>
        </p:nvSpPr>
        <p:spPr>
          <a:xfrm>
            <a:off x="266700" y="3429000"/>
            <a:ext cx="266700" cy="253173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F1B6FEE-2699-8991-9B33-16C1805FBAE6}"/>
              </a:ext>
            </a:extLst>
          </p:cNvPr>
          <p:cNvSpPr/>
          <p:nvPr/>
        </p:nvSpPr>
        <p:spPr>
          <a:xfrm>
            <a:off x="303053" y="3458040"/>
            <a:ext cx="193993" cy="195091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77F0951D-B235-219F-68D4-81C30AFCDF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914" y="1166655"/>
            <a:ext cx="5837033" cy="5559394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2E55CF-DD9C-6A4D-AFE4-69585EE62207}"/>
              </a:ext>
            </a:extLst>
          </p:cNvPr>
          <p:cNvSpPr/>
          <p:nvPr/>
        </p:nvSpPr>
        <p:spPr>
          <a:xfrm>
            <a:off x="9567081" y="2471793"/>
            <a:ext cx="1671850" cy="895510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1ECBDFF-5F62-79FD-2A18-95905C9F300C}"/>
              </a:ext>
            </a:extLst>
          </p:cNvPr>
          <p:cNvSpPr/>
          <p:nvPr/>
        </p:nvSpPr>
        <p:spPr>
          <a:xfrm>
            <a:off x="9300100" y="2471793"/>
            <a:ext cx="264183" cy="253043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D0E946EB-90C8-3309-5DEA-02F5FE415A1B}"/>
              </a:ext>
            </a:extLst>
          </p:cNvPr>
          <p:cNvSpPr/>
          <p:nvPr/>
        </p:nvSpPr>
        <p:spPr>
          <a:xfrm>
            <a:off x="9335768" y="2500803"/>
            <a:ext cx="192162" cy="194991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2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47FDE25-94A8-D596-0302-61BC2E293328}"/>
              </a:ext>
            </a:extLst>
          </p:cNvPr>
          <p:cNvSpPr/>
          <p:nvPr/>
        </p:nvSpPr>
        <p:spPr>
          <a:xfrm>
            <a:off x="6386032" y="1999377"/>
            <a:ext cx="1850392" cy="25304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EA0FF1C-40E5-4142-BEE6-FA313EC126B3}"/>
              </a:ext>
            </a:extLst>
          </p:cNvPr>
          <p:cNvSpPr/>
          <p:nvPr/>
        </p:nvSpPr>
        <p:spPr>
          <a:xfrm>
            <a:off x="6096000" y="1999376"/>
            <a:ext cx="276341" cy="253043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FAF5E0D-FE59-C35E-921C-83ED76A7E625}"/>
              </a:ext>
            </a:extLst>
          </p:cNvPr>
          <p:cNvSpPr/>
          <p:nvPr/>
        </p:nvSpPr>
        <p:spPr>
          <a:xfrm>
            <a:off x="6131659" y="2028386"/>
            <a:ext cx="201007" cy="194991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EB3420A-952D-FA85-5B27-C9BBEC2DFDE6}"/>
              </a:ext>
            </a:extLst>
          </p:cNvPr>
          <p:cNvSpPr/>
          <p:nvPr/>
        </p:nvSpPr>
        <p:spPr>
          <a:xfrm>
            <a:off x="9564283" y="4115748"/>
            <a:ext cx="1736063" cy="2081283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2AA4267-10D5-42E3-BE48-589F47954D08}"/>
              </a:ext>
            </a:extLst>
          </p:cNvPr>
          <p:cNvSpPr/>
          <p:nvPr/>
        </p:nvSpPr>
        <p:spPr>
          <a:xfrm>
            <a:off x="9296818" y="4128448"/>
            <a:ext cx="266700" cy="253173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42C694C-E98B-0B43-3866-AC3BF9566A7D}"/>
              </a:ext>
            </a:extLst>
          </p:cNvPr>
          <p:cNvSpPr/>
          <p:nvPr/>
        </p:nvSpPr>
        <p:spPr>
          <a:xfrm>
            <a:off x="9333937" y="4155255"/>
            <a:ext cx="193993" cy="195091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246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96F86-E823-2F10-E3FA-2B41A325E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F8E498-07EA-FCBE-84F0-69998866D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목적</a:t>
            </a:r>
            <a:r>
              <a:rPr lang="en-US" altLang="ko-KR" b="1" dirty="0"/>
              <a:t>: </a:t>
            </a:r>
            <a:r>
              <a:rPr lang="ko-KR" altLang="en-US" b="1" dirty="0"/>
              <a:t>더욱 다양하고 좋은 서비스를 제공</a:t>
            </a:r>
            <a:r>
              <a:rPr lang="en-US" altLang="ko-KR" b="1" dirty="0"/>
              <a:t>.</a:t>
            </a:r>
          </a:p>
          <a:p>
            <a:r>
              <a:rPr lang="ko-KR" altLang="en-US" dirty="0"/>
              <a:t>자유게시판</a:t>
            </a:r>
            <a:r>
              <a:rPr lang="en-US" altLang="ko-KR" dirty="0"/>
              <a:t>: </a:t>
            </a:r>
            <a:r>
              <a:rPr lang="ko-KR" altLang="en-US" dirty="0"/>
              <a:t>제보 이외에 회원들끼리 자유로운 주제로 이야기를 나누는 공간</a:t>
            </a:r>
            <a:endParaRPr lang="en-US" altLang="ko-KR" dirty="0"/>
          </a:p>
          <a:p>
            <a:r>
              <a:rPr lang="ko-KR" altLang="en-US" dirty="0"/>
              <a:t>문의하기</a:t>
            </a:r>
            <a:r>
              <a:rPr lang="en-US" altLang="ko-KR" dirty="0"/>
              <a:t>: </a:t>
            </a:r>
            <a:r>
              <a:rPr lang="ko-KR" altLang="en-US" dirty="0"/>
              <a:t>회원의 의견을 직접 듣고 답변하며 소통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9AC735-8292-DD31-C75B-A1EEB87A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D154E13-17EB-98D5-5515-60CBEF7B49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03E06F1-6340-D93E-DA34-C56951C11EB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D86F321-F777-77DF-ED18-56594776DF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48" y="2541721"/>
            <a:ext cx="6027535" cy="40205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47BFA13-6884-050E-E492-7304354AE2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543" y="2541720"/>
            <a:ext cx="5353509" cy="4020550"/>
          </a:xfrm>
          <a:prstGeom prst="rect">
            <a:avLst/>
          </a:prstGeom>
        </p:spPr>
      </p:pic>
      <p:sp>
        <p:nvSpPr>
          <p:cNvPr id="16" name="제목 1">
            <a:extLst>
              <a:ext uri="{FF2B5EF4-FFF2-40B4-BE49-F238E27FC236}">
                <a16:creationId xmlns:a16="http://schemas.microsoft.com/office/drawing/2014/main" id="{B5D98A52-FFDE-88DE-6295-2F9DFA94E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4. </a:t>
            </a:r>
            <a:r>
              <a:rPr lang="ko-KR" altLang="en-US" sz="1800" dirty="0">
                <a:solidFill>
                  <a:schemeClr val="bg2"/>
                </a:solidFill>
              </a:rPr>
              <a:t>주요 서비스</a:t>
            </a: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1D3C4C1E-ACF2-5D7A-E99D-C688CD454A60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ko-KR" altLang="en-US" sz="1800" dirty="0">
                <a:solidFill>
                  <a:schemeClr val="bg2"/>
                </a:solidFill>
              </a:rPr>
              <a:t>③ 자유게시판과 문의</a:t>
            </a:r>
          </a:p>
        </p:txBody>
      </p:sp>
    </p:spTree>
    <p:extLst>
      <p:ext uri="{BB962C8B-B14F-4D97-AF65-F5344CB8AC3E}">
        <p14:creationId xmlns:p14="http://schemas.microsoft.com/office/powerpoint/2010/main" val="3350550466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pPr lvl="0">
              <a:defRPr/>
            </a:pPr>
            <a:r>
              <a:rPr lang="en-US" altLang="ko-KR" sz="1800">
                <a:solidFill>
                  <a:schemeClr val="bg2"/>
                </a:solidFill>
              </a:rPr>
              <a:t>5. </a:t>
            </a:r>
            <a:r>
              <a:rPr lang="ko-KR" altLang="en-US" sz="1800">
                <a:solidFill>
                  <a:schemeClr val="bg2"/>
                </a:solidFill>
              </a:rPr>
              <a:t>시연 영상</a:t>
            </a:r>
            <a:endParaRPr lang="ko-KR" altLang="en-US" sz="1800" b="1">
              <a:solidFill>
                <a:srgbClr val="7030a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BE09759-DB8A-42B7-9DE0-CCB8FA9328A2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7" name="제목 1"/>
          <p:cNvSpPr txBox="1"/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>
              <a:defRPr/>
            </a:pPr>
            <a:endParaRPr lang="ko-KR" altLang="en-US" sz="1800">
              <a:solidFill>
                <a:schemeClr val="bg2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alphaModFix amt="15000"/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>
            <a:alphaModFix amt="15000"/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8831" y="972091"/>
            <a:ext cx="577433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>
                <a:solidFill>
                  <a:srgbClr val="ffff00"/>
                </a:solidFill>
              </a:rPr>
              <a:t>재생 버튼 ▶을 눌러주세요</a:t>
            </a:r>
            <a:endParaRPr lang="ko-KR" altLang="en-US">
              <a:solidFill>
                <a:srgbClr val="ffff00"/>
              </a:solidFill>
            </a:endParaRPr>
          </a:p>
          <a:p>
            <a:pPr lvl="0">
              <a:defRPr/>
            </a:pPr>
            <a:r>
              <a:rPr lang="en-US" altLang="ko-KR">
                <a:hlinkClick r:id="rId5"/>
              </a:rPr>
              <a:t>https://www.youtube.com/watch?v=nRfsp9xjAyM</a:t>
            </a:r>
            <a:endParaRPr lang="ko-KR" altLang="en-US"/>
          </a:p>
        </p:txBody>
      </p:sp>
      <p:pic>
        <p:nvPicPr>
          <p:cNvPr id="3" name="온라인 미디어 2" title="HelpPSY 시연 영상 v2">
            <a:hlinkClick r:id="" action="ppaction://media"/>
          </p:cNvPr>
          <p:cNvPicPr>
            <a:picLocks noRot="1" noChangeAspect="1"/>
          </p:cNvPicPr>
          <p:nvPr>
            <a:videoFile r:link="rId6">
              <a:extLst>
                <a:ext uri="902D6385-CB7F-49a9-B0FC-64C1F869F237">
                  <hp:hncflashPr xmlns:hp="http://schemas.haansoft.com/office/presentation/8.0" scaleMode="0"/>
                </a:ext>
              </a:extLst>
            </a:videoFile>
          </p:nvPr>
        </p:nvPicPr>
        <p:blipFill rotWithShape="1">
          <a:blip r:embed="rId8"/>
          <a:stretch>
            <a:fillRect/>
          </a:stretch>
        </p:blipFill>
        <p:spPr>
          <a:xfrm>
            <a:off x="1982432" y="1752457"/>
            <a:ext cx="8227136" cy="46483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/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33D5A-AE5C-D7B4-EC5E-BD6BE81A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1B443-541B-8652-86A3-815AC54E7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6. </a:t>
            </a:r>
            <a:r>
              <a:rPr lang="ko-KR" altLang="en-US" sz="1800" dirty="0">
                <a:solidFill>
                  <a:schemeClr val="bg2"/>
                </a:solidFill>
              </a:rPr>
              <a:t>기능 정의서</a:t>
            </a:r>
            <a:endParaRPr lang="ko-KR" alt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84F932-2204-439E-F9D4-6E25E374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F6F95B7-5526-9281-D38B-F516C011599B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endParaRPr lang="ko-KR" altLang="en-US" sz="1800" dirty="0">
              <a:solidFill>
                <a:schemeClr val="bg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CA3A26-EF00-006C-8F0F-C119340F2F0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7969723-7740-3B7B-BFAC-D647EBEF7EE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C4BD08-3774-7F8A-649B-E355135E3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070" y="1569622"/>
            <a:ext cx="11603860" cy="450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974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43CA-A19B-BF68-BC12-92F3906E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86302-70A0-DC63-4FAA-47470E17E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7. </a:t>
            </a:r>
            <a:r>
              <a:rPr lang="ko-KR" altLang="en-US" sz="1800" dirty="0">
                <a:solidFill>
                  <a:schemeClr val="bg2"/>
                </a:solidFill>
              </a:rPr>
              <a:t>개발환경</a:t>
            </a:r>
            <a:endParaRPr lang="ko-KR" alt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DE435B-839F-C04B-7692-4E2F3F9EE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58F4643-FC9D-38F4-2F47-E4115275D23E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endParaRPr lang="ko-KR" altLang="en-US" sz="1800" dirty="0">
              <a:solidFill>
                <a:schemeClr val="bg2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5CAB3F4-2DAA-2E77-D617-F95F79CCF9E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95DAE79-954A-45F5-C606-C7AA805EBC9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31FAA1B-8426-BB01-9F3C-C047457976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52" y="1615122"/>
            <a:ext cx="11565296" cy="457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54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C6662-8882-D262-2ECA-8EAD5E32D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9D929-BE7C-F0DD-D36D-7EB795B0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8. </a:t>
            </a:r>
            <a:r>
              <a:rPr lang="ko-KR" altLang="en-US" sz="1800" dirty="0">
                <a:solidFill>
                  <a:schemeClr val="bg2"/>
                </a:solidFill>
              </a:rPr>
              <a:t>조원 역할</a:t>
            </a:r>
            <a:endParaRPr lang="ko-KR" alt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BAE19E-A889-27A3-5F3B-3EECD484E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3F30C67-1A28-538C-4C46-852C23C86301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endParaRPr lang="ko-KR" altLang="en-US" sz="1800" dirty="0">
              <a:solidFill>
                <a:schemeClr val="bg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D76974-FEBB-E54D-0547-201D7B3984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48041D1-510D-771D-E48A-D1DAFA47CC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3CB9622-7C82-DAD2-6C66-445B86B2D6C9}"/>
              </a:ext>
            </a:extLst>
          </p:cNvPr>
          <p:cNvSpPr/>
          <p:nvPr/>
        </p:nvSpPr>
        <p:spPr>
          <a:xfrm>
            <a:off x="555848" y="1233816"/>
            <a:ext cx="5349652" cy="263064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5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지도 페이지 관련 </a:t>
            </a:r>
            <a:r>
              <a:rPr lang="en-US" altLang="ko-KR" sz="1400" dirty="0">
                <a:solidFill>
                  <a:schemeClr val="bg1"/>
                </a:solidFill>
              </a:rPr>
              <a:t>html </a:t>
            </a:r>
            <a:r>
              <a:rPr lang="ko-KR" altLang="en-US" sz="1400" dirty="0">
                <a:solidFill>
                  <a:schemeClr val="bg1"/>
                </a:solidFill>
              </a:rPr>
              <a:t>문서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컨트롤러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서비스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</a:rPr>
              <a:t>리포지토리</a:t>
            </a:r>
            <a:r>
              <a:rPr lang="ko-KR" altLang="en-US" sz="1400" dirty="0">
                <a:solidFill>
                  <a:schemeClr val="bg1"/>
                </a:solidFill>
              </a:rPr>
              <a:t> 설계 및 구현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메인 페이지 관련 </a:t>
            </a:r>
            <a:r>
              <a:rPr lang="en-US" altLang="ko-KR" sz="1400" dirty="0">
                <a:solidFill>
                  <a:schemeClr val="bg1"/>
                </a:solidFill>
              </a:rPr>
              <a:t>html </a:t>
            </a:r>
            <a:r>
              <a:rPr lang="ko-KR" altLang="en-US" sz="1400" dirty="0">
                <a:solidFill>
                  <a:schemeClr val="bg1"/>
                </a:solidFill>
              </a:rPr>
              <a:t>문서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일부</a:t>
            </a:r>
            <a:r>
              <a:rPr lang="en-US" altLang="ko-KR" sz="1400" dirty="0">
                <a:solidFill>
                  <a:schemeClr val="bg1"/>
                </a:solidFill>
              </a:rPr>
              <a:t>), </a:t>
            </a:r>
            <a:r>
              <a:rPr lang="ko-KR" altLang="en-US" sz="1400" dirty="0">
                <a:solidFill>
                  <a:schemeClr val="bg1"/>
                </a:solidFill>
              </a:rPr>
              <a:t>컨트롤러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일부</a:t>
            </a:r>
            <a:r>
              <a:rPr lang="en-US" altLang="ko-KR" sz="1400" dirty="0">
                <a:solidFill>
                  <a:schemeClr val="bg1"/>
                </a:solidFill>
              </a:rPr>
              <a:t>), </a:t>
            </a:r>
            <a:r>
              <a:rPr lang="ko-KR" altLang="en-US" sz="1400" dirty="0">
                <a:solidFill>
                  <a:schemeClr val="bg1"/>
                </a:solidFill>
              </a:rPr>
              <a:t>서비스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</a:rPr>
              <a:t>리포지토리</a:t>
            </a:r>
            <a:r>
              <a:rPr lang="ko-KR" altLang="en-US" sz="1400" dirty="0">
                <a:solidFill>
                  <a:schemeClr val="bg1"/>
                </a:solidFill>
              </a:rPr>
              <a:t> 설계 및 구현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공공데이터 지도 </a:t>
            </a:r>
            <a:r>
              <a:rPr lang="en-US" altLang="ko-KR" sz="1400" dirty="0">
                <a:solidFill>
                  <a:schemeClr val="bg1"/>
                </a:solidFill>
              </a:rPr>
              <a:t>API </a:t>
            </a:r>
            <a:r>
              <a:rPr lang="ko-KR" altLang="en-US" sz="1400" dirty="0">
                <a:solidFill>
                  <a:schemeClr val="bg1"/>
                </a:solidFill>
              </a:rPr>
              <a:t>도입 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 err="1">
                <a:solidFill>
                  <a:schemeClr val="bg1"/>
                </a:solidFill>
              </a:rPr>
              <a:t>브이월드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</a:t>
            </a:r>
            <a:r>
              <a:rPr lang="en-US" altLang="ko-KR" sz="1400" dirty="0">
                <a:solidFill>
                  <a:schemeClr val="bg1"/>
                </a:solidFill>
              </a:rPr>
              <a:t>24</a:t>
            </a:r>
            <a:r>
              <a:rPr lang="ko-KR" altLang="en-US" sz="1400" dirty="0">
                <a:solidFill>
                  <a:schemeClr val="bg1"/>
                </a:solidFill>
              </a:rPr>
              <a:t>시간 이내 글에서 </a:t>
            </a:r>
            <a:r>
              <a:rPr lang="ko-KR" altLang="en-US" sz="1400" dirty="0" err="1">
                <a:solidFill>
                  <a:schemeClr val="bg1"/>
                </a:solidFill>
              </a:rPr>
              <a:t>추천글</a:t>
            </a:r>
            <a:r>
              <a:rPr lang="ko-KR" altLang="en-US" sz="1400" dirty="0">
                <a:solidFill>
                  <a:schemeClr val="bg1"/>
                </a:solidFill>
              </a:rPr>
              <a:t> 선정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회의록 작성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정리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625B01B-A443-80F9-E531-621272B33478}"/>
              </a:ext>
            </a:extLst>
          </p:cNvPr>
          <p:cNvSpPr/>
          <p:nvPr/>
        </p:nvSpPr>
        <p:spPr>
          <a:xfrm>
            <a:off x="6121400" y="1233816"/>
            <a:ext cx="5432201" cy="263064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5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프로젝트 주제 기획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제보 게시판 관련 </a:t>
            </a:r>
            <a:r>
              <a:rPr lang="en-US" altLang="ko-KR" sz="1400" dirty="0">
                <a:solidFill>
                  <a:schemeClr val="bg1"/>
                </a:solidFill>
              </a:rPr>
              <a:t>html </a:t>
            </a:r>
            <a:r>
              <a:rPr lang="ko-KR" altLang="en-US" sz="1400" dirty="0">
                <a:solidFill>
                  <a:schemeClr val="bg1"/>
                </a:solidFill>
              </a:rPr>
              <a:t>문서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컨트롤러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서비스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</a:rPr>
              <a:t>리포지토리</a:t>
            </a:r>
            <a:r>
              <a:rPr lang="ko-KR" altLang="en-US" sz="1400" dirty="0">
                <a:solidFill>
                  <a:schemeClr val="bg1"/>
                </a:solidFill>
              </a:rPr>
              <a:t> 설계 및 구현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회원가입 로그인</a:t>
            </a:r>
            <a:r>
              <a:rPr lang="en-US" altLang="ko-KR" sz="1400" dirty="0">
                <a:solidFill>
                  <a:schemeClr val="bg1"/>
                </a:solidFill>
              </a:rPr>
              <a:t>,</a:t>
            </a:r>
            <a:r>
              <a:rPr lang="ko-KR" altLang="en-US" sz="1400" dirty="0">
                <a:solidFill>
                  <a:schemeClr val="bg1"/>
                </a:solidFill>
              </a:rPr>
              <a:t>로그아웃 작성 </a:t>
            </a:r>
            <a:r>
              <a:rPr lang="en-US" altLang="ko-KR" sz="1400" dirty="0">
                <a:solidFill>
                  <a:schemeClr val="bg1"/>
                </a:solidFill>
              </a:rPr>
              <a:t>(session </a:t>
            </a:r>
            <a:r>
              <a:rPr lang="ko-KR" altLang="en-US" sz="1400" dirty="0">
                <a:solidFill>
                  <a:schemeClr val="bg1"/>
                </a:solidFill>
              </a:rPr>
              <a:t>적용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이미지</a:t>
            </a:r>
            <a:r>
              <a:rPr lang="en-US" altLang="ko-KR" sz="1400" dirty="0">
                <a:solidFill>
                  <a:schemeClr val="bg1"/>
                </a:solidFill>
              </a:rPr>
              <a:t>,</a:t>
            </a:r>
            <a:r>
              <a:rPr lang="ko-KR" altLang="en-US" sz="1400" dirty="0">
                <a:solidFill>
                  <a:schemeClr val="bg1"/>
                </a:solidFill>
              </a:rPr>
              <a:t>동영상 </a:t>
            </a:r>
            <a:r>
              <a:rPr lang="en-US" altLang="ko-KR" sz="1400" dirty="0">
                <a:solidFill>
                  <a:schemeClr val="bg1"/>
                </a:solidFill>
              </a:rPr>
              <a:t>BASE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>
                <a:solidFill>
                  <a:schemeClr val="bg1"/>
                </a:solidFill>
              </a:rPr>
              <a:t>64</a:t>
            </a:r>
            <a:r>
              <a:rPr lang="ko-KR" altLang="en-US" sz="1400" dirty="0">
                <a:solidFill>
                  <a:schemeClr val="bg1"/>
                </a:solidFill>
              </a:rPr>
              <a:t>기반 인코딩 및 </a:t>
            </a:r>
            <a:r>
              <a:rPr lang="ko-KR" altLang="en-US" sz="1400" dirty="0" err="1">
                <a:solidFill>
                  <a:schemeClr val="bg1"/>
                </a:solidFill>
              </a:rPr>
              <a:t>랜더링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</a:t>
            </a:r>
            <a:r>
              <a:rPr lang="ko-KR" altLang="en-US" sz="1400" dirty="0" err="1">
                <a:solidFill>
                  <a:schemeClr val="bg1"/>
                </a:solidFill>
              </a:rPr>
              <a:t>페이징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공공데이터 지도 </a:t>
            </a:r>
            <a:r>
              <a:rPr lang="en-US" altLang="ko-KR" sz="1400" dirty="0">
                <a:solidFill>
                  <a:schemeClr val="bg1"/>
                </a:solidFill>
              </a:rPr>
              <a:t>API </a:t>
            </a:r>
            <a:r>
              <a:rPr lang="ko-KR" altLang="en-US" sz="1400" dirty="0">
                <a:solidFill>
                  <a:schemeClr val="bg1"/>
                </a:solidFill>
              </a:rPr>
              <a:t>도입</a:t>
            </a:r>
            <a:r>
              <a:rPr lang="en-US" altLang="ko-KR" sz="1400" dirty="0">
                <a:solidFill>
                  <a:schemeClr val="bg1"/>
                </a:solidFill>
              </a:rPr>
              <a:t> (</a:t>
            </a:r>
            <a:r>
              <a:rPr lang="ko-KR" altLang="en-US" sz="1400" dirty="0">
                <a:solidFill>
                  <a:schemeClr val="bg1"/>
                </a:solidFill>
              </a:rPr>
              <a:t>카카오 맵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56D1A93-38B7-4D80-CCC4-50D71E9BFBB0}"/>
              </a:ext>
            </a:extLst>
          </p:cNvPr>
          <p:cNvSpPr/>
          <p:nvPr/>
        </p:nvSpPr>
        <p:spPr>
          <a:xfrm>
            <a:off x="6121400" y="4079489"/>
            <a:ext cx="5432200" cy="263064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5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1"/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회원 가입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로그인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프로필 기능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문의하기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관리자 답변 관련 </a:t>
            </a:r>
            <a:r>
              <a:rPr lang="en-US" altLang="ko-KR" sz="1400" dirty="0">
                <a:solidFill>
                  <a:schemeClr val="bg1"/>
                </a:solidFill>
              </a:rPr>
              <a:t>html </a:t>
            </a:r>
            <a:r>
              <a:rPr lang="ko-KR" altLang="en-US" sz="1400" dirty="0">
                <a:solidFill>
                  <a:schemeClr val="bg1"/>
                </a:solidFill>
              </a:rPr>
              <a:t>문서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컨트롤러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서비스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</a:rPr>
              <a:t>리포지토리</a:t>
            </a:r>
            <a:r>
              <a:rPr lang="ko-KR" altLang="en-US" sz="1400" dirty="0">
                <a:solidFill>
                  <a:schemeClr val="bg1"/>
                </a:solidFill>
              </a:rPr>
              <a:t> 설계 및 구현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메인 페이지 관련 </a:t>
            </a:r>
            <a:r>
              <a:rPr lang="en-US" altLang="ko-KR" sz="1400" dirty="0">
                <a:solidFill>
                  <a:schemeClr val="bg1"/>
                </a:solidFill>
              </a:rPr>
              <a:t>html </a:t>
            </a:r>
            <a:r>
              <a:rPr lang="ko-KR" altLang="en-US" sz="1400" dirty="0">
                <a:solidFill>
                  <a:schemeClr val="bg1"/>
                </a:solidFill>
              </a:rPr>
              <a:t>문서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일부</a:t>
            </a:r>
            <a:r>
              <a:rPr lang="en-US" altLang="ko-KR" sz="1400" dirty="0">
                <a:solidFill>
                  <a:schemeClr val="bg1"/>
                </a:solidFill>
              </a:rPr>
              <a:t>), </a:t>
            </a:r>
            <a:r>
              <a:rPr lang="ko-KR" altLang="en-US" sz="1400" dirty="0">
                <a:solidFill>
                  <a:schemeClr val="bg1"/>
                </a:solidFill>
              </a:rPr>
              <a:t>컨트롤러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일부</a:t>
            </a:r>
            <a:r>
              <a:rPr lang="en-US" altLang="ko-KR" sz="1400" dirty="0">
                <a:solidFill>
                  <a:schemeClr val="bg1"/>
                </a:solidFill>
              </a:rPr>
              <a:t>) </a:t>
            </a:r>
            <a:r>
              <a:rPr lang="ko-KR" altLang="en-US" sz="1400" dirty="0">
                <a:solidFill>
                  <a:schemeClr val="bg1"/>
                </a:solidFill>
              </a:rPr>
              <a:t>설계 및 구현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공통 </a:t>
            </a:r>
            <a:r>
              <a:rPr lang="en-US" altLang="ko-KR" sz="1400" dirty="0">
                <a:solidFill>
                  <a:schemeClr val="bg1"/>
                </a:solidFill>
              </a:rPr>
              <a:t>UI </a:t>
            </a:r>
            <a:r>
              <a:rPr lang="ko-KR" altLang="en-US" sz="1400" dirty="0">
                <a:solidFill>
                  <a:schemeClr val="bg1"/>
                </a:solidFill>
              </a:rPr>
              <a:t>기획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구현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0FECB0F-BC40-28A5-1CDE-998CF4A1CC55}"/>
              </a:ext>
            </a:extLst>
          </p:cNvPr>
          <p:cNvSpPr/>
          <p:nvPr/>
        </p:nvSpPr>
        <p:spPr>
          <a:xfrm>
            <a:off x="555848" y="4079489"/>
            <a:ext cx="5349652" cy="263064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5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/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자유 게시판 관련 </a:t>
            </a:r>
            <a:r>
              <a:rPr lang="en-US" altLang="ko-KR" sz="1400" dirty="0">
                <a:solidFill>
                  <a:schemeClr val="bg1"/>
                </a:solidFill>
              </a:rPr>
              <a:t>html </a:t>
            </a:r>
            <a:r>
              <a:rPr lang="ko-KR" altLang="en-US" sz="1400" dirty="0">
                <a:solidFill>
                  <a:schemeClr val="bg1"/>
                </a:solidFill>
              </a:rPr>
              <a:t>문서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컨트롤러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서비스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</a:rPr>
              <a:t>리포지토리</a:t>
            </a:r>
            <a:r>
              <a:rPr lang="ko-KR" altLang="en-US" sz="1400" dirty="0">
                <a:solidFill>
                  <a:schemeClr val="bg1"/>
                </a:solidFill>
              </a:rPr>
              <a:t> 설계 및 구현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</a:t>
            </a:r>
            <a:r>
              <a:rPr lang="ko-KR" altLang="en-US" sz="1400" dirty="0" err="1">
                <a:solidFill>
                  <a:schemeClr val="bg1"/>
                </a:solidFill>
              </a:rPr>
              <a:t>페이징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파일 업로드 시 이를 </a:t>
            </a:r>
            <a:r>
              <a:rPr lang="en-US" altLang="ko-KR" sz="1400" dirty="0">
                <a:solidFill>
                  <a:schemeClr val="bg1"/>
                </a:solidFill>
              </a:rPr>
              <a:t>BASE 64 </a:t>
            </a:r>
            <a:r>
              <a:rPr lang="ko-KR" altLang="en-US" sz="1400" dirty="0">
                <a:solidFill>
                  <a:schemeClr val="bg1"/>
                </a:solidFill>
              </a:rPr>
              <a:t>기반으로 인코딩하여 </a:t>
            </a:r>
            <a:r>
              <a:rPr lang="en-US" altLang="ko-KR" sz="1400" dirty="0">
                <a:solidFill>
                  <a:schemeClr val="bg1"/>
                </a:solidFill>
              </a:rPr>
              <a:t>DB</a:t>
            </a:r>
            <a:r>
              <a:rPr lang="ko-KR" altLang="en-US" sz="1400" dirty="0">
                <a:solidFill>
                  <a:schemeClr val="bg1"/>
                </a:solidFill>
              </a:rPr>
              <a:t>에 저장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이미지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동영상 미리보기 </a:t>
            </a:r>
            <a:r>
              <a:rPr lang="en-US" altLang="ko-KR" sz="1400" dirty="0">
                <a:solidFill>
                  <a:schemeClr val="bg1"/>
                </a:solidFill>
              </a:rPr>
              <a:t>(data URL </a:t>
            </a:r>
            <a:r>
              <a:rPr lang="ko-KR" altLang="en-US" sz="1400" dirty="0">
                <a:solidFill>
                  <a:schemeClr val="bg1"/>
                </a:solidFill>
              </a:rPr>
              <a:t>형식으로 변환 후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</a:rPr>
              <a:t>src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속성에 추가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88B982B-39C8-F34A-4124-F3F684383592}"/>
              </a:ext>
            </a:extLst>
          </p:cNvPr>
          <p:cNvSpPr/>
          <p:nvPr/>
        </p:nvSpPr>
        <p:spPr>
          <a:xfrm>
            <a:off x="990600" y="1485900"/>
            <a:ext cx="1166812" cy="469264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박정환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F481108-1AB6-AAA4-3A21-AC58A77AD240}"/>
              </a:ext>
            </a:extLst>
          </p:cNvPr>
          <p:cNvSpPr/>
          <p:nvPr/>
        </p:nvSpPr>
        <p:spPr>
          <a:xfrm>
            <a:off x="10023927" y="1485900"/>
            <a:ext cx="1166812" cy="435704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bg1"/>
                </a:solidFill>
              </a:rPr>
              <a:t>홍민우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0ABFDDA-51CB-DF65-8041-278BA4A74A93}"/>
              </a:ext>
            </a:extLst>
          </p:cNvPr>
          <p:cNvSpPr/>
          <p:nvPr/>
        </p:nvSpPr>
        <p:spPr>
          <a:xfrm>
            <a:off x="10023927" y="6059646"/>
            <a:ext cx="1166812" cy="435704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윤빈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C96ECE3-1C6C-82E7-2DB1-A8941752FEBF}"/>
              </a:ext>
            </a:extLst>
          </p:cNvPr>
          <p:cNvSpPr/>
          <p:nvPr/>
        </p:nvSpPr>
        <p:spPr>
          <a:xfrm>
            <a:off x="990600" y="6059646"/>
            <a:ext cx="1166812" cy="435704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bg1"/>
                </a:solidFill>
              </a:rPr>
              <a:t>서호진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581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51A54-C28C-611C-5542-389B5FBD3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331383-03E2-7F50-6E37-E436E24BF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9" y="295729"/>
            <a:ext cx="4816252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9. </a:t>
            </a:r>
            <a:r>
              <a:rPr lang="ko-KR" altLang="en-US" sz="1800" dirty="0">
                <a:solidFill>
                  <a:schemeClr val="bg2"/>
                </a:solidFill>
              </a:rPr>
              <a:t>일정</a:t>
            </a:r>
            <a:r>
              <a:rPr lang="en-US" altLang="ko-KR" sz="1800" dirty="0">
                <a:solidFill>
                  <a:schemeClr val="bg2"/>
                </a:solidFill>
              </a:rPr>
              <a:t>(WBS)</a:t>
            </a:r>
            <a:endParaRPr lang="ko-KR" alt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966A7E-4897-A089-72BD-F2A9B23B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97FF77-C669-E8B7-3ED4-80DA876885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53BA674-62B4-854A-A08B-948F4F0274C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D7E523-8231-6EA4-C0AD-C0F0D79898F3}"/>
              </a:ext>
            </a:extLst>
          </p:cNvPr>
          <p:cNvSpPr txBox="1"/>
          <p:nvPr/>
        </p:nvSpPr>
        <p:spPr>
          <a:xfrm>
            <a:off x="3083290" y="6257174"/>
            <a:ext cx="5065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FF00"/>
                </a:solidFill>
              </a:rPr>
              <a:t>상세 일정은 아래 주소에서 </a:t>
            </a:r>
            <a:r>
              <a:rPr lang="en-US" altLang="ko-KR" sz="1400" dirty="0">
                <a:solidFill>
                  <a:srgbClr val="FFFF00"/>
                </a:solidFill>
              </a:rPr>
              <a:t>[</a:t>
            </a:r>
            <a:r>
              <a:rPr lang="ko-KR" altLang="en-US" sz="1400" dirty="0">
                <a:solidFill>
                  <a:srgbClr val="FFFF00"/>
                </a:solidFill>
              </a:rPr>
              <a:t>일정</a:t>
            </a:r>
            <a:r>
              <a:rPr lang="en-US" altLang="ko-KR" sz="1400" dirty="0">
                <a:solidFill>
                  <a:srgbClr val="FFFF00"/>
                </a:solidFill>
              </a:rPr>
              <a:t>] </a:t>
            </a:r>
            <a:r>
              <a:rPr lang="ko-KR" altLang="en-US" sz="1400" dirty="0">
                <a:solidFill>
                  <a:srgbClr val="FFFF00"/>
                </a:solidFill>
              </a:rPr>
              <a:t>파일에서 보실 수 있습니다</a:t>
            </a:r>
            <a:r>
              <a:rPr lang="en-US" altLang="ko-KR" sz="1400" dirty="0">
                <a:solidFill>
                  <a:srgbClr val="FFFF00"/>
                </a:solidFill>
              </a:rPr>
              <a:t>.</a:t>
            </a:r>
          </a:p>
          <a:p>
            <a:r>
              <a:rPr lang="en-US" altLang="ko-KR" sz="1400" dirty="0">
                <a:solidFill>
                  <a:srgbClr val="FFFF00"/>
                </a:solidFill>
              </a:rPr>
              <a:t>https://github.com/jpminlak/HelpPSY</a:t>
            </a:r>
            <a:endParaRPr lang="ko-KR" altLang="en-US" sz="1400" dirty="0">
              <a:solidFill>
                <a:srgbClr val="FFFF00"/>
              </a:solidFill>
            </a:endParaRPr>
          </a:p>
        </p:txBody>
      </p:sp>
      <p:pic>
        <p:nvPicPr>
          <p:cNvPr id="3" name="그림 2" descr="텍스트, 스크린샷, 번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52E74E-9120-C51D-6C1E-1F1247814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424" y="1194998"/>
            <a:ext cx="11001151" cy="50621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B687211-4E67-AD58-B90A-7C31A9410D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377" y="1668479"/>
            <a:ext cx="1750722" cy="244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96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32922-89C7-3983-A488-A2D9D74EC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EA7B3-CF1A-B006-D17B-B877E1118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447800"/>
            <a:ext cx="9589245" cy="3329581"/>
          </a:xfrm>
        </p:spPr>
        <p:txBody>
          <a:bodyPr anchor="ctr" anchorCtr="0"/>
          <a:lstStyle/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질문과 답변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D1B876-3318-66D9-A4F7-8AEAECF1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F0AA44-82A0-D8DD-45B5-70ADD41B5F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67F678F-F6F0-C844-8F00-C2D7DF9D54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82518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1154954" y="1447800"/>
            <a:ext cx="9589245" cy="3329581"/>
          </a:xfrm>
        </p:spPr>
        <p:txBody>
          <a:bodyPr anchor="ctr" anchorCtr="0"/>
          <a:lstStyle/>
          <a:p>
            <a:pPr algn="ctr">
              <a:defRPr/>
            </a:pPr>
            <a:r>
              <a:rPr lang="ko-KR" altLang="en-US">
                <a:latin typeface="Noto Sans KR"/>
                <a:ea typeface="Noto Sans KR"/>
              </a:rPr>
              <a:t>감사합니다</a:t>
            </a:r>
            <a:endParaRPr lang="ko-KR" altLang="en-US">
              <a:latin typeface="Noto Sans KR"/>
              <a:ea typeface="Noto Sans KR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BE09759-DB8A-42B7-9DE0-CCB8FA9328A2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5" name="부제목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9589244" cy="861420"/>
          </a:xfrm>
        </p:spPr>
        <p:txBody>
          <a:bodyPr anchor="t" anchorCtr="0">
            <a:normAutofit fontScale="92500" lnSpcReduction="10000"/>
          </a:bodyPr>
          <a:lstStyle/>
          <a:p>
            <a:pPr algn="ctr">
              <a:defRPr/>
            </a:pPr>
            <a:r>
              <a:rPr lang="en-US" altLang="ko-KR" sz="2400" cap="none">
                <a:solidFill>
                  <a:srgbClr val="ffff00"/>
                </a:solidFill>
                <a:latin typeface="+mn-lt"/>
              </a:rPr>
              <a:t>GitHub </a:t>
            </a:r>
            <a:r>
              <a:rPr lang="ko-KR" altLang="en-US" sz="2400" cap="none">
                <a:solidFill>
                  <a:srgbClr val="ffff00"/>
                </a:solidFill>
                <a:latin typeface="Noto Sans KR"/>
                <a:ea typeface="Noto Sans KR"/>
              </a:rPr>
              <a:t>주소</a:t>
            </a:r>
            <a:endParaRPr lang="ko-KR" altLang="en-US" sz="2400" cap="none">
              <a:solidFill>
                <a:srgbClr val="ffff00"/>
              </a:solidFill>
              <a:latin typeface="Noto Sans KR"/>
              <a:ea typeface="Noto Sans KR"/>
            </a:endParaRPr>
          </a:p>
          <a:p>
            <a:pPr algn="ctr">
              <a:defRPr/>
            </a:pPr>
            <a:r>
              <a:rPr lang="en-US" altLang="ko-KR" sz="2400" cap="none">
                <a:solidFill>
                  <a:srgbClr val="ffff00"/>
                </a:solidFill>
                <a:latin typeface="+mn-lt"/>
                <a:hlinkClick r:id="rId2"/>
              </a:rPr>
              <a:t>https://github.com/jpminlak/HelpPSY/tree/jpminlak</a:t>
            </a:r>
            <a:endParaRPr lang="en-US" altLang="ko-KR" sz="2400" cap="none">
              <a:solidFill>
                <a:srgbClr val="ffff00"/>
              </a:solidFill>
              <a:latin typeface="+mn-lt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alphaModFix amt="15000"/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>
            <a:alphaModFix amt="15000"/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CFFA3-C928-67A8-DBCE-8941874D7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BAB543-6571-0941-B209-91EA84FCA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Addendum - ERD</a:t>
            </a:r>
            <a:endParaRPr lang="ko-KR" alt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31FD62-E147-BD24-8290-70A423D5C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BA8FAA8-0214-E2A3-9FAE-9E684CC74572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endParaRPr lang="ko-KR" altLang="en-US" sz="1800" dirty="0">
              <a:solidFill>
                <a:schemeClr val="bg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8C888A-5C2F-4C9E-1620-52A111BEF0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DAEE3D1-91EB-65D2-4591-A6FC2E7B80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ADCFE5D-A1B7-79D6-7D7A-FC292269BA94}"/>
              </a:ext>
            </a:extLst>
          </p:cNvPr>
          <p:cNvSpPr/>
          <p:nvPr/>
        </p:nvSpPr>
        <p:spPr>
          <a:xfrm>
            <a:off x="9888989" y="3854141"/>
            <a:ext cx="1739900" cy="6731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free_bulletin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E1AC1ED-B2C2-E893-3762-676AAD0EE2E4}"/>
              </a:ext>
            </a:extLst>
          </p:cNvPr>
          <p:cNvSpPr/>
          <p:nvPr/>
        </p:nvSpPr>
        <p:spPr>
          <a:xfrm>
            <a:off x="9888989" y="2290811"/>
            <a:ext cx="1739900" cy="6731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free_bulletin</a:t>
            </a:r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attach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AE2DD76-5ECF-523D-F837-765405C8DA2D}"/>
              </a:ext>
            </a:extLst>
          </p:cNvPr>
          <p:cNvSpPr/>
          <p:nvPr/>
        </p:nvSpPr>
        <p:spPr>
          <a:xfrm>
            <a:off x="9888989" y="3072476"/>
            <a:ext cx="1739900" cy="6731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free_bulletin</a:t>
            </a:r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like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722BB8B-3537-8F47-38A6-86CCB853D2AB}"/>
              </a:ext>
            </a:extLst>
          </p:cNvPr>
          <p:cNvSpPr/>
          <p:nvPr/>
        </p:nvSpPr>
        <p:spPr>
          <a:xfrm>
            <a:off x="9888989" y="1507916"/>
            <a:ext cx="1739900" cy="6731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free_bulletin</a:t>
            </a:r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comment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AE2127-C69F-BFE4-EE08-688780580890}"/>
              </a:ext>
            </a:extLst>
          </p:cNvPr>
          <p:cNvSpPr/>
          <p:nvPr/>
        </p:nvSpPr>
        <p:spPr>
          <a:xfrm>
            <a:off x="7880350" y="1507916"/>
            <a:ext cx="1739900" cy="6731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free_bulletin</a:t>
            </a:r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reply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E515698-2D39-C17D-48D5-CDAA38CE6D3E}"/>
              </a:ext>
            </a:extLst>
          </p:cNvPr>
          <p:cNvSpPr/>
          <p:nvPr/>
        </p:nvSpPr>
        <p:spPr>
          <a:xfrm>
            <a:off x="7880350" y="2290811"/>
            <a:ext cx="1739900" cy="6731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free_bulletin_</a:t>
            </a:r>
          </a:p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comment_like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7CC0A28-61DC-4217-9CFF-9D7C9D228DB1}"/>
              </a:ext>
            </a:extLst>
          </p:cNvPr>
          <p:cNvSpPr/>
          <p:nvPr/>
        </p:nvSpPr>
        <p:spPr>
          <a:xfrm>
            <a:off x="5871711" y="1507916"/>
            <a:ext cx="1739900" cy="6731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free_bulletin</a:t>
            </a:r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</a:p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reply_like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3048687-83DE-F24B-C0D9-8BAB65E3A336}"/>
              </a:ext>
            </a:extLst>
          </p:cNvPr>
          <p:cNvCxnSpPr>
            <a:cxnSpLocks/>
            <a:endCxn id="14" idx="3"/>
          </p:cNvCxnSpPr>
          <p:nvPr/>
        </p:nvCxnSpPr>
        <p:spPr>
          <a:xfrm flipH="1" flipV="1">
            <a:off x="11628889" y="3409026"/>
            <a:ext cx="268738" cy="1177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DCE7EA4-F329-A798-4DE5-B72CBD8356C6}"/>
              </a:ext>
            </a:extLst>
          </p:cNvPr>
          <p:cNvCxnSpPr>
            <a:cxnSpLocks/>
          </p:cNvCxnSpPr>
          <p:nvPr/>
        </p:nvCxnSpPr>
        <p:spPr>
          <a:xfrm flipH="1">
            <a:off x="11628889" y="4206666"/>
            <a:ext cx="268739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652E5F2-ADA8-DB23-6909-E4D9F4311D23}"/>
              </a:ext>
            </a:extLst>
          </p:cNvPr>
          <p:cNvCxnSpPr>
            <a:cxnSpLocks/>
          </p:cNvCxnSpPr>
          <p:nvPr/>
        </p:nvCxnSpPr>
        <p:spPr>
          <a:xfrm flipV="1">
            <a:off x="11897628" y="1844466"/>
            <a:ext cx="0" cy="236220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B07DA2D-3B04-1A1E-2FFC-34DAC8DC4F49}"/>
              </a:ext>
            </a:extLst>
          </p:cNvPr>
          <p:cNvCxnSpPr>
            <a:cxnSpLocks/>
          </p:cNvCxnSpPr>
          <p:nvPr/>
        </p:nvCxnSpPr>
        <p:spPr>
          <a:xfrm>
            <a:off x="9772650" y="1844466"/>
            <a:ext cx="0" cy="782895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CC2AFF6-427F-FF3B-EB53-01373344AB9D}"/>
              </a:ext>
            </a:extLst>
          </p:cNvPr>
          <p:cNvSpPr/>
          <p:nvPr/>
        </p:nvSpPr>
        <p:spPr>
          <a:xfrm>
            <a:off x="207511" y="1063416"/>
            <a:ext cx="1739900" cy="673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comment_reply_like_entity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6C6C4A4-3F47-76BF-8AEB-A374B95A46EB}"/>
              </a:ext>
            </a:extLst>
          </p:cNvPr>
          <p:cNvSpPr/>
          <p:nvPr/>
        </p:nvSpPr>
        <p:spPr>
          <a:xfrm>
            <a:off x="207511" y="1899363"/>
            <a:ext cx="1739900" cy="673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comment_like</a:t>
            </a:r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entity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64AB3E5-2D7C-C8EC-9390-3EF46F5FB374}"/>
              </a:ext>
            </a:extLst>
          </p:cNvPr>
          <p:cNvSpPr/>
          <p:nvPr/>
        </p:nvSpPr>
        <p:spPr>
          <a:xfrm>
            <a:off x="2216150" y="1063416"/>
            <a:ext cx="1739900" cy="673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comment_reply_entity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42E6AE7-753C-042D-CF50-412D9120DF8C}"/>
              </a:ext>
            </a:extLst>
          </p:cNvPr>
          <p:cNvSpPr/>
          <p:nvPr/>
        </p:nvSpPr>
        <p:spPr>
          <a:xfrm>
            <a:off x="2216150" y="1899363"/>
            <a:ext cx="1739900" cy="673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comment_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entity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F2A0A82-69EC-5FD3-F4A3-6054CFB26DBF}"/>
              </a:ext>
            </a:extLst>
          </p:cNvPr>
          <p:cNvSpPr/>
          <p:nvPr/>
        </p:nvSpPr>
        <p:spPr>
          <a:xfrm>
            <a:off x="2216150" y="2770681"/>
            <a:ext cx="1739900" cy="673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registration_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entity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6FC4F61-E56B-8F5B-80BC-171862834BD8}"/>
              </a:ext>
            </a:extLst>
          </p:cNvPr>
          <p:cNvSpPr/>
          <p:nvPr/>
        </p:nvSpPr>
        <p:spPr>
          <a:xfrm>
            <a:off x="2216150" y="3641999"/>
            <a:ext cx="1739900" cy="673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registration_like_entity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97A397B-FA94-B109-3738-D0DA339E74AE}"/>
              </a:ext>
            </a:extLst>
          </p:cNvPr>
          <p:cNvSpPr/>
          <p:nvPr/>
        </p:nvSpPr>
        <p:spPr>
          <a:xfrm>
            <a:off x="2216150" y="4562134"/>
            <a:ext cx="1739900" cy="673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registration_file_entity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BA3EE24F-CB29-105A-614E-139538C8EB2F}"/>
              </a:ext>
            </a:extLst>
          </p:cNvPr>
          <p:cNvCxnSpPr>
            <a:cxnSpLocks/>
          </p:cNvCxnSpPr>
          <p:nvPr/>
        </p:nvCxnSpPr>
        <p:spPr>
          <a:xfrm flipV="1">
            <a:off x="2081780" y="1619250"/>
            <a:ext cx="0" cy="616663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A33178ED-048F-9467-18E0-169AF333751D}"/>
              </a:ext>
            </a:extLst>
          </p:cNvPr>
          <p:cNvCxnSpPr>
            <a:cxnSpLocks/>
          </p:cNvCxnSpPr>
          <p:nvPr/>
        </p:nvCxnSpPr>
        <p:spPr>
          <a:xfrm flipH="1">
            <a:off x="3956050" y="3240581"/>
            <a:ext cx="268739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13F4C891-C428-2858-3A84-ACFE49430DEA}"/>
              </a:ext>
            </a:extLst>
          </p:cNvPr>
          <p:cNvCxnSpPr>
            <a:cxnSpLocks/>
          </p:cNvCxnSpPr>
          <p:nvPr/>
        </p:nvCxnSpPr>
        <p:spPr>
          <a:xfrm flipV="1">
            <a:off x="4224252" y="2390775"/>
            <a:ext cx="6056" cy="2507909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D176404-4E47-EC9A-59F7-253E7B74F59B}"/>
              </a:ext>
            </a:extLst>
          </p:cNvPr>
          <p:cNvSpPr/>
          <p:nvPr/>
        </p:nvSpPr>
        <p:spPr>
          <a:xfrm>
            <a:off x="4640487" y="2770681"/>
            <a:ext cx="1739900" cy="673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singup_entity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4C6A890-FD8D-E279-AAA2-70C7DC7BB652}"/>
              </a:ext>
            </a:extLst>
          </p:cNvPr>
          <p:cNvSpPr/>
          <p:nvPr/>
        </p:nvSpPr>
        <p:spPr>
          <a:xfrm>
            <a:off x="4630436" y="4323264"/>
            <a:ext cx="1739900" cy="673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question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8EF1021-AD09-819B-30A8-BABA48259EEB}"/>
              </a:ext>
            </a:extLst>
          </p:cNvPr>
          <p:cNvSpPr/>
          <p:nvPr/>
        </p:nvSpPr>
        <p:spPr>
          <a:xfrm>
            <a:off x="4630436" y="5476234"/>
            <a:ext cx="1739900" cy="673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answer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61A2DCA0-19D6-407D-03E2-119F0446024F}"/>
              </a:ext>
            </a:extLst>
          </p:cNvPr>
          <p:cNvSpPr/>
          <p:nvPr/>
        </p:nvSpPr>
        <p:spPr>
          <a:xfrm>
            <a:off x="6685342" y="4335217"/>
            <a:ext cx="1739900" cy="673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note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A67D4D3-86EE-1BB6-F127-DF89AA32F405}"/>
              </a:ext>
            </a:extLst>
          </p:cNvPr>
          <p:cNvSpPr/>
          <p:nvPr/>
        </p:nvSpPr>
        <p:spPr>
          <a:xfrm>
            <a:off x="6685342" y="5476234"/>
            <a:ext cx="1739900" cy="673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note_seq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6CAB5C1-D8A4-C26F-A305-97E527566E4E}"/>
              </a:ext>
            </a:extLst>
          </p:cNvPr>
          <p:cNvSpPr/>
          <p:nvPr/>
        </p:nvSpPr>
        <p:spPr>
          <a:xfrm>
            <a:off x="2216150" y="5482268"/>
            <a:ext cx="1739900" cy="6731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mapmarker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E1EDBDB0-3D62-C96A-95B3-824FAE26FB79}"/>
              </a:ext>
            </a:extLst>
          </p:cNvPr>
          <p:cNvCxnSpPr>
            <a:cxnSpLocks/>
            <a:stCxn id="79" idx="2"/>
            <a:endCxn id="80" idx="0"/>
          </p:cNvCxnSpPr>
          <p:nvPr/>
        </p:nvCxnSpPr>
        <p:spPr>
          <a:xfrm flipH="1">
            <a:off x="5500386" y="3443781"/>
            <a:ext cx="10051" cy="879483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155B6E4F-6CAE-4893-10D3-67786680FCBD}"/>
              </a:ext>
            </a:extLst>
          </p:cNvPr>
          <p:cNvCxnSpPr>
            <a:cxnSpLocks/>
            <a:endCxn id="82" idx="0"/>
          </p:cNvCxnSpPr>
          <p:nvPr/>
        </p:nvCxnSpPr>
        <p:spPr>
          <a:xfrm>
            <a:off x="7554237" y="3739679"/>
            <a:ext cx="1055" cy="595538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FB9ED902-2E0D-6F97-DBEE-22F8160B96D8}"/>
              </a:ext>
            </a:extLst>
          </p:cNvPr>
          <p:cNvCxnSpPr>
            <a:cxnSpLocks/>
            <a:stCxn id="82" idx="2"/>
            <a:endCxn id="83" idx="0"/>
          </p:cNvCxnSpPr>
          <p:nvPr/>
        </p:nvCxnSpPr>
        <p:spPr>
          <a:xfrm>
            <a:off x="7555292" y="5008317"/>
            <a:ext cx="0" cy="467917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7EDDC69B-5FF1-25BF-E819-D7EFD5CDE1C4}"/>
              </a:ext>
            </a:extLst>
          </p:cNvPr>
          <p:cNvCxnSpPr>
            <a:cxnSpLocks/>
          </p:cNvCxnSpPr>
          <p:nvPr/>
        </p:nvCxnSpPr>
        <p:spPr>
          <a:xfrm flipH="1">
            <a:off x="5510437" y="3703859"/>
            <a:ext cx="2053851" cy="41717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890E3B51-BE5B-A31E-B96B-EA4D57B0C210}"/>
              </a:ext>
            </a:extLst>
          </p:cNvPr>
          <p:cNvCxnSpPr>
            <a:cxnSpLocks/>
          </p:cNvCxnSpPr>
          <p:nvPr/>
        </p:nvCxnSpPr>
        <p:spPr>
          <a:xfrm>
            <a:off x="11714614" y="4138613"/>
            <a:ext cx="0" cy="14883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1D74907-0E12-C7DB-5373-417968DC8D3D}"/>
              </a:ext>
            </a:extLst>
          </p:cNvPr>
          <p:cNvCxnSpPr>
            <a:cxnSpLocks/>
          </p:cNvCxnSpPr>
          <p:nvPr/>
        </p:nvCxnSpPr>
        <p:spPr>
          <a:xfrm>
            <a:off x="11712802" y="3295650"/>
            <a:ext cx="1812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5B03B83-BB23-15DD-E544-4F1D8F3AE8A5}"/>
              </a:ext>
            </a:extLst>
          </p:cNvPr>
          <p:cNvCxnSpPr>
            <a:cxnSpLocks/>
          </p:cNvCxnSpPr>
          <p:nvPr/>
        </p:nvCxnSpPr>
        <p:spPr>
          <a:xfrm>
            <a:off x="11628889" y="3295650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8999591-B29A-F0BB-820D-6F115B9E29C9}"/>
              </a:ext>
            </a:extLst>
          </p:cNvPr>
          <p:cNvCxnSpPr>
            <a:cxnSpLocks/>
          </p:cNvCxnSpPr>
          <p:nvPr/>
        </p:nvCxnSpPr>
        <p:spPr>
          <a:xfrm flipH="1">
            <a:off x="11628888" y="3409026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22F4F21-D1CE-6674-2951-3384CA5A7BDA}"/>
              </a:ext>
            </a:extLst>
          </p:cNvPr>
          <p:cNvCxnSpPr>
            <a:cxnSpLocks/>
          </p:cNvCxnSpPr>
          <p:nvPr/>
        </p:nvCxnSpPr>
        <p:spPr>
          <a:xfrm flipH="1">
            <a:off x="11628889" y="2616334"/>
            <a:ext cx="268738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3E2285A-0230-CB6E-F834-ACC3E3CC8A39}"/>
              </a:ext>
            </a:extLst>
          </p:cNvPr>
          <p:cNvCxnSpPr>
            <a:cxnSpLocks/>
          </p:cNvCxnSpPr>
          <p:nvPr/>
        </p:nvCxnSpPr>
        <p:spPr>
          <a:xfrm>
            <a:off x="11718240" y="2502958"/>
            <a:ext cx="2154" cy="204184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5633777-4578-3015-4FF1-ABAAB2599B45}"/>
              </a:ext>
            </a:extLst>
          </p:cNvPr>
          <p:cNvCxnSpPr>
            <a:cxnSpLocks/>
          </p:cNvCxnSpPr>
          <p:nvPr/>
        </p:nvCxnSpPr>
        <p:spPr>
          <a:xfrm>
            <a:off x="11628889" y="2502958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D22CE0C5-0D6A-4E15-D21F-15C65E67D4B8}"/>
              </a:ext>
            </a:extLst>
          </p:cNvPr>
          <p:cNvCxnSpPr>
            <a:cxnSpLocks/>
          </p:cNvCxnSpPr>
          <p:nvPr/>
        </p:nvCxnSpPr>
        <p:spPr>
          <a:xfrm flipH="1">
            <a:off x="11628888" y="2616334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8D232AB-AC01-7D78-253F-DFD17477571B}"/>
              </a:ext>
            </a:extLst>
          </p:cNvPr>
          <p:cNvCxnSpPr>
            <a:cxnSpLocks/>
          </p:cNvCxnSpPr>
          <p:nvPr/>
        </p:nvCxnSpPr>
        <p:spPr>
          <a:xfrm flipH="1">
            <a:off x="11628888" y="1844465"/>
            <a:ext cx="268739" cy="212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4496C4A-864F-C906-F74F-581B5B8E58EA}"/>
              </a:ext>
            </a:extLst>
          </p:cNvPr>
          <p:cNvCxnSpPr>
            <a:cxnSpLocks/>
          </p:cNvCxnSpPr>
          <p:nvPr/>
        </p:nvCxnSpPr>
        <p:spPr>
          <a:xfrm flipH="1">
            <a:off x="11714613" y="1733211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B22F0994-4F03-8CC5-E6B0-A5C166EB5C67}"/>
              </a:ext>
            </a:extLst>
          </p:cNvPr>
          <p:cNvCxnSpPr>
            <a:cxnSpLocks/>
          </p:cNvCxnSpPr>
          <p:nvPr/>
        </p:nvCxnSpPr>
        <p:spPr>
          <a:xfrm>
            <a:off x="11628888" y="1733211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6543E3D2-F5FD-12C6-0E95-4ED297FBEEFE}"/>
              </a:ext>
            </a:extLst>
          </p:cNvPr>
          <p:cNvCxnSpPr>
            <a:cxnSpLocks/>
          </p:cNvCxnSpPr>
          <p:nvPr/>
        </p:nvCxnSpPr>
        <p:spPr>
          <a:xfrm flipH="1">
            <a:off x="11628887" y="1846587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622D89E8-3E96-9D1A-D436-D406A94CF67D}"/>
              </a:ext>
            </a:extLst>
          </p:cNvPr>
          <p:cNvCxnSpPr>
            <a:cxnSpLocks/>
          </p:cNvCxnSpPr>
          <p:nvPr/>
        </p:nvCxnSpPr>
        <p:spPr>
          <a:xfrm flipH="1">
            <a:off x="9614467" y="1837777"/>
            <a:ext cx="276342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E904458B-2C8B-5077-D623-35C098717FAD}"/>
              </a:ext>
            </a:extLst>
          </p:cNvPr>
          <p:cNvCxnSpPr>
            <a:cxnSpLocks/>
          </p:cNvCxnSpPr>
          <p:nvPr/>
        </p:nvCxnSpPr>
        <p:spPr>
          <a:xfrm flipH="1">
            <a:off x="9700193" y="1726242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7D2D627-2137-6140-0D2F-5B53640C49D3}"/>
              </a:ext>
            </a:extLst>
          </p:cNvPr>
          <p:cNvCxnSpPr>
            <a:cxnSpLocks/>
          </p:cNvCxnSpPr>
          <p:nvPr/>
        </p:nvCxnSpPr>
        <p:spPr>
          <a:xfrm>
            <a:off x="9614468" y="1726242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E21D1735-E395-F947-53C6-210C22F6C5BB}"/>
              </a:ext>
            </a:extLst>
          </p:cNvPr>
          <p:cNvCxnSpPr>
            <a:cxnSpLocks/>
          </p:cNvCxnSpPr>
          <p:nvPr/>
        </p:nvCxnSpPr>
        <p:spPr>
          <a:xfrm flipH="1">
            <a:off x="9614467" y="1839618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13C7CF74-7755-2C63-1BE6-EA1D0F32CEF6}"/>
              </a:ext>
            </a:extLst>
          </p:cNvPr>
          <p:cNvCxnSpPr>
            <a:cxnSpLocks/>
          </p:cNvCxnSpPr>
          <p:nvPr/>
        </p:nvCxnSpPr>
        <p:spPr>
          <a:xfrm flipH="1">
            <a:off x="9623877" y="2642199"/>
            <a:ext cx="148773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36EFE7F7-EED7-5DC5-3707-E3E44BFA7B11}"/>
              </a:ext>
            </a:extLst>
          </p:cNvPr>
          <p:cNvCxnSpPr>
            <a:cxnSpLocks/>
          </p:cNvCxnSpPr>
          <p:nvPr/>
        </p:nvCxnSpPr>
        <p:spPr>
          <a:xfrm flipH="1">
            <a:off x="9709602" y="2528823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C77DBA12-A9DE-47AC-4E7B-68D5E4FD6CA6}"/>
              </a:ext>
            </a:extLst>
          </p:cNvPr>
          <p:cNvCxnSpPr>
            <a:cxnSpLocks/>
          </p:cNvCxnSpPr>
          <p:nvPr/>
        </p:nvCxnSpPr>
        <p:spPr>
          <a:xfrm>
            <a:off x="9623877" y="2528823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6CD662CC-6D6E-3DB6-648B-7BEAE4BB38BB}"/>
              </a:ext>
            </a:extLst>
          </p:cNvPr>
          <p:cNvCxnSpPr>
            <a:cxnSpLocks/>
          </p:cNvCxnSpPr>
          <p:nvPr/>
        </p:nvCxnSpPr>
        <p:spPr>
          <a:xfrm flipH="1">
            <a:off x="9623876" y="2642199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D456A62-38E2-3EFD-1246-32A58278ECAB}"/>
              </a:ext>
            </a:extLst>
          </p:cNvPr>
          <p:cNvCxnSpPr>
            <a:cxnSpLocks/>
          </p:cNvCxnSpPr>
          <p:nvPr/>
        </p:nvCxnSpPr>
        <p:spPr>
          <a:xfrm>
            <a:off x="9842951" y="1761577"/>
            <a:ext cx="0" cy="14883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C22759EA-7AA0-CEA3-E8BD-5B6418E50F19}"/>
              </a:ext>
            </a:extLst>
          </p:cNvPr>
          <p:cNvCxnSpPr>
            <a:cxnSpLocks/>
          </p:cNvCxnSpPr>
          <p:nvPr/>
        </p:nvCxnSpPr>
        <p:spPr>
          <a:xfrm flipH="1">
            <a:off x="7608721" y="1855146"/>
            <a:ext cx="267837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3CDC492C-6817-141F-DE98-F35F3DA106BD}"/>
              </a:ext>
            </a:extLst>
          </p:cNvPr>
          <p:cNvCxnSpPr>
            <a:cxnSpLocks/>
          </p:cNvCxnSpPr>
          <p:nvPr/>
        </p:nvCxnSpPr>
        <p:spPr>
          <a:xfrm flipH="1">
            <a:off x="7694446" y="1741770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8448AEE1-A2D0-41B8-62F6-A7AE0A2220D3}"/>
              </a:ext>
            </a:extLst>
          </p:cNvPr>
          <p:cNvCxnSpPr>
            <a:cxnSpLocks/>
          </p:cNvCxnSpPr>
          <p:nvPr/>
        </p:nvCxnSpPr>
        <p:spPr>
          <a:xfrm>
            <a:off x="7608721" y="1741770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CC00EBCA-6940-ED0B-5DB8-2D73FB1336BE}"/>
              </a:ext>
            </a:extLst>
          </p:cNvPr>
          <p:cNvCxnSpPr>
            <a:cxnSpLocks/>
          </p:cNvCxnSpPr>
          <p:nvPr/>
        </p:nvCxnSpPr>
        <p:spPr>
          <a:xfrm flipH="1">
            <a:off x="7608720" y="1855146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6370A814-C88F-D904-D118-EDFAF143A3F8}"/>
              </a:ext>
            </a:extLst>
          </p:cNvPr>
          <p:cNvCxnSpPr>
            <a:cxnSpLocks/>
          </p:cNvCxnSpPr>
          <p:nvPr/>
        </p:nvCxnSpPr>
        <p:spPr>
          <a:xfrm>
            <a:off x="7818888" y="1780730"/>
            <a:ext cx="0" cy="14883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51D4236A-8D96-4FE7-3800-1ABEC7B13BA5}"/>
              </a:ext>
            </a:extLst>
          </p:cNvPr>
          <p:cNvCxnSpPr>
            <a:cxnSpLocks/>
          </p:cNvCxnSpPr>
          <p:nvPr/>
        </p:nvCxnSpPr>
        <p:spPr>
          <a:xfrm flipH="1">
            <a:off x="3962868" y="2389630"/>
            <a:ext cx="267582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18DEBF91-83C6-6423-BF91-98B82358C84E}"/>
              </a:ext>
            </a:extLst>
          </p:cNvPr>
          <p:cNvCxnSpPr>
            <a:cxnSpLocks/>
          </p:cNvCxnSpPr>
          <p:nvPr/>
        </p:nvCxnSpPr>
        <p:spPr>
          <a:xfrm flipH="1">
            <a:off x="4048593" y="2276254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96026F1D-AA72-C59A-65E6-F557297B47A6}"/>
              </a:ext>
            </a:extLst>
          </p:cNvPr>
          <p:cNvCxnSpPr>
            <a:cxnSpLocks/>
          </p:cNvCxnSpPr>
          <p:nvPr/>
        </p:nvCxnSpPr>
        <p:spPr>
          <a:xfrm>
            <a:off x="3962868" y="2276254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4C66BBEB-AFFF-631F-F6A5-73821DC8EA80}"/>
              </a:ext>
            </a:extLst>
          </p:cNvPr>
          <p:cNvCxnSpPr>
            <a:cxnSpLocks/>
          </p:cNvCxnSpPr>
          <p:nvPr/>
        </p:nvCxnSpPr>
        <p:spPr>
          <a:xfrm flipH="1">
            <a:off x="3962867" y="2389630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ED8E87B9-0D71-222C-32E5-38A39FE0DABB}"/>
              </a:ext>
            </a:extLst>
          </p:cNvPr>
          <p:cNvCxnSpPr>
            <a:cxnSpLocks/>
          </p:cNvCxnSpPr>
          <p:nvPr/>
        </p:nvCxnSpPr>
        <p:spPr>
          <a:xfrm>
            <a:off x="4059205" y="3166165"/>
            <a:ext cx="0" cy="14883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2FE5AF2D-077F-CBA5-D1E9-0B50F321CAD7}"/>
              </a:ext>
            </a:extLst>
          </p:cNvPr>
          <p:cNvCxnSpPr>
            <a:cxnSpLocks/>
          </p:cNvCxnSpPr>
          <p:nvPr/>
        </p:nvCxnSpPr>
        <p:spPr>
          <a:xfrm flipH="1">
            <a:off x="3956670" y="3953413"/>
            <a:ext cx="267582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F27D08BE-0C58-5408-A0D3-8F6139AF80EA}"/>
              </a:ext>
            </a:extLst>
          </p:cNvPr>
          <p:cNvCxnSpPr>
            <a:cxnSpLocks/>
          </p:cNvCxnSpPr>
          <p:nvPr/>
        </p:nvCxnSpPr>
        <p:spPr>
          <a:xfrm flipH="1">
            <a:off x="4042395" y="3840037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B8ABFD72-2118-D897-7D9B-1A2FD088DA15}"/>
              </a:ext>
            </a:extLst>
          </p:cNvPr>
          <p:cNvCxnSpPr>
            <a:cxnSpLocks/>
          </p:cNvCxnSpPr>
          <p:nvPr/>
        </p:nvCxnSpPr>
        <p:spPr>
          <a:xfrm>
            <a:off x="3956670" y="3840037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4F1A0233-2014-A362-88EE-473D796D6E26}"/>
              </a:ext>
            </a:extLst>
          </p:cNvPr>
          <p:cNvCxnSpPr>
            <a:cxnSpLocks/>
          </p:cNvCxnSpPr>
          <p:nvPr/>
        </p:nvCxnSpPr>
        <p:spPr>
          <a:xfrm flipH="1">
            <a:off x="3956669" y="3953413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428AFF8E-09EA-A997-ED67-C9AFD0C7723C}"/>
              </a:ext>
            </a:extLst>
          </p:cNvPr>
          <p:cNvCxnSpPr>
            <a:cxnSpLocks/>
          </p:cNvCxnSpPr>
          <p:nvPr/>
        </p:nvCxnSpPr>
        <p:spPr>
          <a:xfrm flipH="1">
            <a:off x="3956670" y="4900608"/>
            <a:ext cx="267582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88965A13-5DDB-5EF8-E99C-CF487D540115}"/>
              </a:ext>
            </a:extLst>
          </p:cNvPr>
          <p:cNvCxnSpPr>
            <a:cxnSpLocks/>
          </p:cNvCxnSpPr>
          <p:nvPr/>
        </p:nvCxnSpPr>
        <p:spPr>
          <a:xfrm flipH="1">
            <a:off x="4042395" y="4787232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2F3009D7-0251-B75F-42BE-3DA6588BBE39}"/>
              </a:ext>
            </a:extLst>
          </p:cNvPr>
          <p:cNvCxnSpPr>
            <a:cxnSpLocks/>
          </p:cNvCxnSpPr>
          <p:nvPr/>
        </p:nvCxnSpPr>
        <p:spPr>
          <a:xfrm>
            <a:off x="3956670" y="4787232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CD7FB49A-BF2C-3FAA-64FC-D89AA0353467}"/>
              </a:ext>
            </a:extLst>
          </p:cNvPr>
          <p:cNvCxnSpPr>
            <a:cxnSpLocks/>
          </p:cNvCxnSpPr>
          <p:nvPr/>
        </p:nvCxnSpPr>
        <p:spPr>
          <a:xfrm flipH="1">
            <a:off x="3956669" y="4900608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6601FBFB-8EA4-E02D-A54D-AC658C04A8CE}"/>
              </a:ext>
            </a:extLst>
          </p:cNvPr>
          <p:cNvCxnSpPr>
            <a:cxnSpLocks/>
          </p:cNvCxnSpPr>
          <p:nvPr/>
        </p:nvCxnSpPr>
        <p:spPr>
          <a:xfrm flipH="1">
            <a:off x="1937387" y="2242647"/>
            <a:ext cx="267582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57DB46F9-1DFE-8FF5-718F-F6C9863C8F2A}"/>
              </a:ext>
            </a:extLst>
          </p:cNvPr>
          <p:cNvCxnSpPr>
            <a:cxnSpLocks/>
          </p:cNvCxnSpPr>
          <p:nvPr/>
        </p:nvCxnSpPr>
        <p:spPr>
          <a:xfrm flipH="1">
            <a:off x="2023112" y="2129271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6303EBBC-9148-CC72-DC18-E6C9249D65DE}"/>
              </a:ext>
            </a:extLst>
          </p:cNvPr>
          <p:cNvCxnSpPr>
            <a:cxnSpLocks/>
          </p:cNvCxnSpPr>
          <p:nvPr/>
        </p:nvCxnSpPr>
        <p:spPr>
          <a:xfrm>
            <a:off x="1937387" y="2129271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D072F9E9-35C5-8B4F-26D1-48A7E46A7A40}"/>
              </a:ext>
            </a:extLst>
          </p:cNvPr>
          <p:cNvCxnSpPr>
            <a:cxnSpLocks/>
          </p:cNvCxnSpPr>
          <p:nvPr/>
        </p:nvCxnSpPr>
        <p:spPr>
          <a:xfrm flipH="1">
            <a:off x="1937386" y="2242647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F3E8B4E4-FA19-8229-C081-2E2D0AA66FCD}"/>
              </a:ext>
            </a:extLst>
          </p:cNvPr>
          <p:cNvCxnSpPr>
            <a:cxnSpLocks/>
          </p:cNvCxnSpPr>
          <p:nvPr/>
        </p:nvCxnSpPr>
        <p:spPr>
          <a:xfrm flipH="1">
            <a:off x="1944776" y="1362253"/>
            <a:ext cx="267582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3CEA115-CC40-EC1B-1D84-950DB087787D}"/>
              </a:ext>
            </a:extLst>
          </p:cNvPr>
          <p:cNvCxnSpPr>
            <a:cxnSpLocks/>
          </p:cNvCxnSpPr>
          <p:nvPr/>
        </p:nvCxnSpPr>
        <p:spPr>
          <a:xfrm flipH="1">
            <a:off x="2030501" y="1248877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E7E86DE0-B0E1-A742-B4F6-05139E91D624}"/>
              </a:ext>
            </a:extLst>
          </p:cNvPr>
          <p:cNvCxnSpPr>
            <a:cxnSpLocks/>
          </p:cNvCxnSpPr>
          <p:nvPr/>
        </p:nvCxnSpPr>
        <p:spPr>
          <a:xfrm>
            <a:off x="1944776" y="1248877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12A5040F-4C98-2FAE-4FD7-CD9FA5F5B222}"/>
              </a:ext>
            </a:extLst>
          </p:cNvPr>
          <p:cNvCxnSpPr>
            <a:cxnSpLocks/>
          </p:cNvCxnSpPr>
          <p:nvPr/>
        </p:nvCxnSpPr>
        <p:spPr>
          <a:xfrm flipH="1">
            <a:off x="1944775" y="1362253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369969CF-407B-77AD-C61D-72AE3B581CE3}"/>
              </a:ext>
            </a:extLst>
          </p:cNvPr>
          <p:cNvCxnSpPr>
            <a:cxnSpLocks/>
          </p:cNvCxnSpPr>
          <p:nvPr/>
        </p:nvCxnSpPr>
        <p:spPr>
          <a:xfrm>
            <a:off x="2161037" y="1247775"/>
            <a:ext cx="0" cy="200025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9ACC49C1-0A6F-9CDF-5DA7-795CBA64856A}"/>
              </a:ext>
            </a:extLst>
          </p:cNvPr>
          <p:cNvCxnSpPr>
            <a:cxnSpLocks/>
          </p:cNvCxnSpPr>
          <p:nvPr/>
        </p:nvCxnSpPr>
        <p:spPr>
          <a:xfrm>
            <a:off x="2170563" y="2161497"/>
            <a:ext cx="0" cy="14883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BB977507-FE89-3B86-970C-27A9D4B3707E}"/>
              </a:ext>
            </a:extLst>
          </p:cNvPr>
          <p:cNvCxnSpPr>
            <a:cxnSpLocks/>
          </p:cNvCxnSpPr>
          <p:nvPr/>
        </p:nvCxnSpPr>
        <p:spPr>
          <a:xfrm flipH="1">
            <a:off x="2083678" y="1613526"/>
            <a:ext cx="122454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4876AD02-123A-15D6-CCDD-6F5821C15A24}"/>
              </a:ext>
            </a:extLst>
          </p:cNvPr>
          <p:cNvCxnSpPr>
            <a:cxnSpLocks/>
          </p:cNvCxnSpPr>
          <p:nvPr/>
        </p:nvCxnSpPr>
        <p:spPr>
          <a:xfrm flipH="1">
            <a:off x="2125806" y="1504242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382744F1-B753-383C-7664-1A3C8B60FF63}"/>
              </a:ext>
            </a:extLst>
          </p:cNvPr>
          <p:cNvCxnSpPr>
            <a:cxnSpLocks/>
          </p:cNvCxnSpPr>
          <p:nvPr/>
        </p:nvCxnSpPr>
        <p:spPr>
          <a:xfrm>
            <a:off x="2128531" y="1605025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16AB5822-E341-976F-5215-D2EE2BE39158}"/>
              </a:ext>
            </a:extLst>
          </p:cNvPr>
          <p:cNvCxnSpPr>
            <a:cxnSpLocks/>
          </p:cNvCxnSpPr>
          <p:nvPr/>
        </p:nvCxnSpPr>
        <p:spPr>
          <a:xfrm flipH="1">
            <a:off x="2124645" y="1504495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A69E7948-D06A-A676-F0F5-EC1947B57CC3}"/>
              </a:ext>
            </a:extLst>
          </p:cNvPr>
          <p:cNvCxnSpPr>
            <a:cxnSpLocks/>
            <a:stCxn id="80" idx="2"/>
            <a:endCxn id="81" idx="0"/>
          </p:cNvCxnSpPr>
          <p:nvPr/>
        </p:nvCxnSpPr>
        <p:spPr>
          <a:xfrm>
            <a:off x="5500386" y="4996364"/>
            <a:ext cx="0" cy="47987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FF89E5C7-AC9C-6A83-274F-4CD18FC5FC28}"/>
              </a:ext>
            </a:extLst>
          </p:cNvPr>
          <p:cNvCxnSpPr>
            <a:cxnSpLocks/>
          </p:cNvCxnSpPr>
          <p:nvPr/>
        </p:nvCxnSpPr>
        <p:spPr>
          <a:xfrm>
            <a:off x="5398276" y="5084070"/>
            <a:ext cx="204220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F434FFCC-4725-81F4-B4A4-13071BDEC960}"/>
              </a:ext>
            </a:extLst>
          </p:cNvPr>
          <p:cNvCxnSpPr>
            <a:cxnSpLocks/>
          </p:cNvCxnSpPr>
          <p:nvPr/>
        </p:nvCxnSpPr>
        <p:spPr>
          <a:xfrm>
            <a:off x="5500386" y="5371668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B0E367C0-5CEE-B431-1985-C83FF711A494}"/>
              </a:ext>
            </a:extLst>
          </p:cNvPr>
          <p:cNvCxnSpPr>
            <a:cxnSpLocks/>
          </p:cNvCxnSpPr>
          <p:nvPr/>
        </p:nvCxnSpPr>
        <p:spPr>
          <a:xfrm flipH="1">
            <a:off x="5395050" y="5380478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D11ED551-D9BB-CD57-808C-938539549DE9}"/>
              </a:ext>
            </a:extLst>
          </p:cNvPr>
          <p:cNvCxnSpPr>
            <a:cxnSpLocks/>
          </p:cNvCxnSpPr>
          <p:nvPr/>
        </p:nvCxnSpPr>
        <p:spPr>
          <a:xfrm>
            <a:off x="5388975" y="5350770"/>
            <a:ext cx="204220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27060B6-DD59-1BFB-CED9-CC5E3A239713}"/>
              </a:ext>
            </a:extLst>
          </p:cNvPr>
          <p:cNvSpPr txBox="1"/>
          <p:nvPr/>
        </p:nvSpPr>
        <p:spPr>
          <a:xfrm>
            <a:off x="742953" y="297860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3"/>
                </a:solidFill>
              </a:rPr>
              <a:t>제보게시판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2852A0-EC09-E485-5E59-457EECEA99A0}"/>
              </a:ext>
            </a:extLst>
          </p:cNvPr>
          <p:cNvSpPr txBox="1"/>
          <p:nvPr/>
        </p:nvSpPr>
        <p:spPr>
          <a:xfrm>
            <a:off x="2762934" y="626939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FF00"/>
                </a:solidFill>
              </a:rPr>
              <a:t>지도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61004D-2DC6-A8DB-7FC7-143A86C8567D}"/>
              </a:ext>
            </a:extLst>
          </p:cNvPr>
          <p:cNvSpPr txBox="1"/>
          <p:nvPr/>
        </p:nvSpPr>
        <p:spPr>
          <a:xfrm>
            <a:off x="8515066" y="390477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1"/>
                </a:solidFill>
              </a:rPr>
              <a:t>자유게시판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837367-C2B3-C610-BBD1-8E1F1A2721EA}"/>
              </a:ext>
            </a:extLst>
          </p:cNvPr>
          <p:cNvSpPr txBox="1"/>
          <p:nvPr/>
        </p:nvSpPr>
        <p:spPr>
          <a:xfrm>
            <a:off x="4895893" y="6259872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문의</a:t>
            </a:r>
            <a:r>
              <a:rPr lang="en-US" altLang="ko-KR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답변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CF758-F7AD-385B-89AA-33F07BB98E88}"/>
              </a:ext>
            </a:extLst>
          </p:cNvPr>
          <p:cNvSpPr txBox="1"/>
          <p:nvPr/>
        </p:nvSpPr>
        <p:spPr>
          <a:xfrm>
            <a:off x="7184097" y="624992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쪽지</a:t>
            </a:r>
            <a:endParaRPr lang="ko-KR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B3127C-3F53-BDE8-1652-E43DAB27999D}"/>
              </a:ext>
            </a:extLst>
          </p:cNvPr>
          <p:cNvSpPr txBox="1"/>
          <p:nvPr/>
        </p:nvSpPr>
        <p:spPr>
          <a:xfrm>
            <a:off x="4956439" y="232912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회원정보</a:t>
            </a:r>
            <a:endParaRPr lang="ko-KR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594509"/>
      </p:ext>
    </p:extLst>
  </p:cSld>
  <p:clrMapOvr>
    <a:masterClrMapping/>
  </p:clrMapOvr>
</p:sld>
</file>

<file path=ppt/theme/_rels/them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jpeg"  /></Relationships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이온">
  <a:themeElements>
    <a:clrScheme name="이온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이온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>
            <a:fillRect/>
          </a:stretch>
        </a:blip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525</ep:Words>
  <ep:PresentationFormat>와이드스크린</ep:PresentationFormat>
  <ep:Paragraphs>189</ep:Paragraphs>
  <ep:Slides>16</ep:Slides>
  <ep:Notes>5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이온</vt:lpstr>
      <vt:lpstr>공익 제보 커뮤니티 웹사이트 지도 API를 활용한 제보 위치 조망</vt:lpstr>
      <vt:lpstr>슬라이드 2</vt:lpstr>
      <vt:lpstr>1. 프로젝트 소개</vt:lpstr>
      <vt:lpstr>2. 사이트맵</vt:lpstr>
      <vt:lpstr>3. 유스케이스 (Usecase)</vt:lpstr>
      <vt:lpstr>4. 주요 서비스</vt:lpstr>
      <vt:lpstr>4. 주요 서비스</vt:lpstr>
      <vt:lpstr>4. 주요 서비스</vt:lpstr>
      <vt:lpstr>5. 시연 영상</vt:lpstr>
      <vt:lpstr>6. 기능 정의서</vt:lpstr>
      <vt:lpstr>7. 개발환경</vt:lpstr>
      <vt:lpstr>8. 조원 역할</vt:lpstr>
      <vt:lpstr>9. 일정(WBS)</vt:lpstr>
      <vt:lpstr>질문과 답변</vt:lpstr>
      <vt:lpstr>감사합니다</vt:lpstr>
      <vt:lpstr>Addendum - ERD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2025-06-27T01:25:44.000</dcterms:created>
  <dc:creator>2</dc:creator>
  <cp:lastModifiedBy>human-10</cp:lastModifiedBy>
  <dcterms:modified xsi:type="dcterms:W3CDTF">2025-09-17T05:51:47.075</dcterms:modified>
  <cp:revision>191</cp:revision>
  <dc:title>(프로젝트 이름)</dc:title>
  <cp:version/>
</cp:coreProperties>
</file>